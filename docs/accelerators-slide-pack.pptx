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A9CE"/>
                </a:solidFill>
                <a:latin typeface="Calibri"/>
              </a:rPr>
              <a:t>NTT DATA GUIDEWIRE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"/>
              </a:rPr>
              <a:t>GuidewireAI</a:t>
            </a:r>
            <a:br/>
            <a:r>
              <a:t>SDLC Test Accelerators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9BAB"/>
                </a:solidFill>
                <a:latin typeface="Calibri"/>
              </a:rPr>
              <a:t>Seven AI modules for Guidewire InsuranceSuite — purpose, demo, examples &amp; productionalisation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McKinsey-style client pack · July 2026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Seven AI accelerators compress manual work across the Guidewire testing lifecycle — from stories to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GuidewireAI packages Claude-powered modules, bundled reference corpora (/katalon, GW standards), and per-project RAG into one web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Test design, UI automation, manual-to-auto conversion and triage consume 40–60% of sprint capacity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Inconsistent standards across delivery centres; UI regression rots with every customisation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AMS teams face 24/7 defect volume with limited L2/L3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OUR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7 AI modules: Plan → Build → Test → Release → Operate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Bundled reference material + per-project knowledge (RAG)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Katalon companion: 12 ready-to-run flows (PC · CC · BC · Jutro)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Indicative ROI: 30–70% effort reduction on targeted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56032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256032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937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AI accelerators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63440"/>
            <a:ext cx="256032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4663440"/>
            <a:ext cx="256032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773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1937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Katalon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663440"/>
            <a:ext cx="256032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663440"/>
            <a:ext cx="256032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773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937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SDLC phases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4663440"/>
            <a:ext cx="256032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4663440"/>
            <a:ext cx="256032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773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1937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Per-project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Each SDLC phase has a dedicated accelerator — a connected value chain from backlog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Lifecycle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8A9BAB"/>
                </a:solidFill>
                <a:latin typeface="Calibri"/>
              </a:rPr>
              <a:t>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2402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Story 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1417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8A9BAB"/>
                </a:solidFill>
                <a:latin typeface="Calibri"/>
              </a:rPr>
              <a:t>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691640"/>
            <a:ext cx="22402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Code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1417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8A9BAB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1691640"/>
            <a:ext cx="22402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Test Strategist · Flow Automator · Test Migrator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5784" y="1417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8A9BAB"/>
                </a:solidFill>
                <a:latin typeface="Calibri"/>
              </a:rPr>
              <a:t>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5784" y="1691640"/>
            <a:ext cx="22402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Release Navigator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5792" y="1417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8A9BAB"/>
                </a:solidFill>
                <a:latin typeface="Calibri"/>
              </a:rPr>
              <a:t>OPERATE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65792" y="1691640"/>
            <a:ext cx="22402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Defect Triage Agent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46888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832104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Accelerator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testing value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Story Forge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Less effort per story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Code Review Copilot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Fewer review cycles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Test Strategist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Faster test-case design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Flow Automator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Faster UI automation draft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Test Migrator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Faster manual conversion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Release Navigator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Release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Less upgrade regression effort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Defect Triage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Faster mean-time-to-triage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0">
                <a:solidFill>
                  <a:srgbClr val="00A9CE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The seven AI accelerators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BAB"/>
                </a:solidFill>
                <a:latin typeface="Calibri"/>
              </a:rPr>
              <a:t>Each slide: purpose · worked example · demo preview · productionalisation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Story Forge converts raw requirements into sprint-ready, Guidewire-mapped user stories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Plan · Story 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Requirements in, sprint-ready stories out — Gherkin ACs, GW touchpoints and Fibonacci points pre-populated; fewer AC gaps reach 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Eliminates the blank-page problem for BAs. Produces INVEST stories with negative-path ACs, mapped entities/PCF/plugins, and Jira-ready 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'Apply multi-vehicle discount on mid-term PA change.' → Output: ST-1 with Given/When/Then, touchpoints (PolicyLine, RatingPlugin), 5 pts, open question on eligibility.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Pilot on live backlog grooming; map JSON → Jira/ADO fields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Load client story standards into Project knowledge (RAG)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Add SSO + tenant scoping before production client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40–60%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Less effort per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story-forg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Code Review Copilot delivers principal-level Guidewire review on every commit — catching defects at desk-check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Build · Code Review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Defects caught at review cost ~10× less than at UAT — zero senior reviewer calendar time; bundled GW Cloud standards per profile.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Reviews Gosu, PCF, integration, GX and batch code. Severity findings (critical→info), upgrade-safety flags, code-health score, optional Sonar merge.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Gosu with gw.transaction in PCF onClick → Output: critical (UI-layer transaction), major (query in loop), score 62, concrete fix naming GW construct.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Pre-PR gate in CI pipeline; persist findings as artifacts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Index client coding standards into Project knowledge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Golden eval set in CI on prompt/model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Fewer review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code-revie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Test Strategist enforces pyramid discipline — assigning GUnit, GT-API, GT-UI or Manual per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Test · Test Strategist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Test design keeps pace with development — harness selection enforced, test data staged upfront, full AC traceability.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Derives executable cases from stories, code or defects. Maintains pyramid health; lists preconditions and data to stage before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FNOL user story + ACs → Output: TC-1 GT-UI journey, TC-2 GUnit reserve rules, TC-3 GT-API claim create; data: in-force PA policy, vehicle VIN.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Webhook from ALM to auto-feed sprint stories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Export to Zephyr/qTest via CSV transform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Pair GT-UI cases with Flow Automator scripts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Faster test-case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test-strategis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Flow Automator scaffolds keyword-driven Katalon UI automation for common Guidewire journeys in minutes, not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Test · Flow Automator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Regression UI packs in minutes — real /katalon @Keyword signatures injected into prompts, not guessed method names.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Generates Katalon Groovy for PC/CC/BC/Jutro flows (submission→bind, FNOL, billing, quote-and-buy). Matches bundled keyword libraries.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PC — 'PA submission → quote → bind' → Output: Groovy calling createPersonAccount, startSubmission, quote, issuePolicy + prerequisites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Open /katalon in Katalon Studio; adapt locators per env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Run katalonc headless in CI with profile secrets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Regenerate after PCF customisation via Flow Automator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60%+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Faster UI automation draft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flow-autom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Test Migrator converts legacy manual regression packs into runnable automation — with honest gap analysis per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Test · Test Migrator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Manual pack → automation drafts in minutes — per-case verdict (automate / fix-then-automate / keep manual) plus test-data manifest.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Ingests Excel/Zephyr/qTest cases (single or bulk). Converts to Katalon, GT, Playwright, Selenium or Cucumber; surfaces blocking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TC-PC-014 manual bind from Excel → Output: Katalon script, verdict automate-with-fixes, gap (missing underwriter role), data: person account (generate).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Batch-convert client UAT pack in pilot weeks 2–4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Remediate gaps before promoting scripts to CI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Wire Katalon output into /katalon regression suite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70%+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Faster manual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test-migr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Release Navigator reveals what the next ski release does to your customisations — before it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Release · Release Navigator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Upgrade planning from evidence, not guesswork — CI/CD maturity score + per-area impact, remediation and regression focus.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16-practice readiness self-check plus AI impact analysis of customisation inventory vs target ski release; effort band and pre-upgrade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Palisades, PC+CC, inventory (IG, entity extensions, PCF) → Output: medium risk, high IG impact, 8-step checklist, targeted regression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Maintain inventory in Project knowledge; re-run each ski release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Attach official GW release notes to RAG corpus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Feed regression focus into Test Strategist + Katalon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20–30%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Less upgrade regression 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release-navig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Defect Triage Agent runs a four-agent pipeline with self-correction — L2/L3 triage in minutes, 24/7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Operate · Defect Triage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The flagship agentic module — confidence-gated loop (max 2 passes) with live timeline; ideal for client showcases.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2B3C"/>
                </a:solidFill>
                <a:latin typeface="Calibri"/>
              </a:rPr>
              <a:t>Intake → Investigator → Router (loops if confidence &lt; 65%) → Fix Planner. Datadog log integration; bulk triage up to 5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A2B3C"/>
                </a:solidFill>
                <a:latin typeface="Calibri"/>
              </a:rPr>
              <a:t>Input: Payment posting failure + Datadog logs → Output: P2 Billing, 72% confidence hypothesis, workaround, permanent fix, regression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9CE"/>
                </a:solidFill>
                <a:latin typeface="Calibri"/>
              </a:rPr>
              <a:t>PRODUCTIONALISE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Connect DD_API_KEY for live log evidence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Index client runbooks in Project knowledge</a:t>
            </a:r>
          </a:p>
          <a:p>
            <a:pPr>
              <a:spcAft>
                <a:spcPts val="400"/>
              </a:spcAft>
              <a:defRPr sz="900">
                <a:solidFill>
                  <a:srgbClr val="1A2B3C"/>
                </a:solidFill>
                <a:latin typeface="Calibri"/>
              </a:defRPr>
            </a:pPr>
            <a:r>
              <a:t>Push case file JSON to ServiceNow / Jira enrichment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219456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219456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1C2C"/>
                </a:solidFill>
                <a:latin typeface="Calibri"/>
              </a:rPr>
              <a:t>35–50%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D7E"/>
                </a:solidFill>
                <a:latin typeface="Calibri"/>
              </a:rPr>
              <a:t>Faster mean-time-to-triage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5303520" cy="54864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0A9CE"/>
                </a:solidFill>
                <a:latin typeface="Calibri"/>
              </a:rPr>
              <a:t>LIVE DEMO</a:t>
            </a:r>
          </a:p>
        </p:txBody>
      </p:sp>
      <p:pic>
        <p:nvPicPr>
          <p:cNvPr id="21" name="Picture 20" descr="defect-tri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23160"/>
            <a:ext cx="502920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0">
                <a:solidFill>
                  <a:srgbClr val="00A9CE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Productionalise the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BAB"/>
                </a:solidFill>
                <a:latin typeface="Calibri"/>
              </a:rPr>
              <a:t>From internal demo to client-ready, governed enterprise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four-phase roadmap moves GuidewireAI from demo to enterprise scale without re-architecting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Productionalisation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Phase 0 works today on Vercel + Anthropic + Neon. Phases 1–3 close auth, tenancy, CI evals and Katalon automation gates.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832104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Key work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0 — 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Internal / client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Vercel deploy; bundled reference + RAG; /katalon open in Studio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1 — Pilot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Named users, safe pilot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SSO, rate limits, input validation, DB migrations, CI build gate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2 — Client-ready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Multi-tenant, governed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Row-level tenancy, audit log, prompt evals in CI, Katalon in CI (KRE)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3 — Enterprise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Supportable product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Token budgets, schema-validated outputs, TestOps, API-driven test data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Katalon Flow Automation ships 12 ready-to-run flows — the execution layer behind Flow Automator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Companion Asset · /katalon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Calibri"/>
              </a:rPr>
              <a:t>AI generates scripts; Katalon runs them. Keyword libraries centralise locators — one fix per customised screen.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38912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Flows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PolicyCenter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Submission→bind · Change · Cancel · Renewal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ClaimCenter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FNOL · Reserve+payment · Close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BillingCenter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Payment · Invoices · Disbursement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Jutro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Quote-and-buy · Self-service FNOL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2148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Productionalise: katalonc headless in CI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Secret-injected profiles (default.glbl, qa.glbl)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Flow Automator injects real Groovy signatures from /katalon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Serverless architecture keeps secrets server-side; bundled corpora and RAG enrich every accelerator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React SPA → Vercel /api/chat (Edge) + /api/knowledge + /api/projects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Claude Sonnet 4.6 — prompt caching on reference material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Global corpora: /katalon, /reference (GW standards, ski releases)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Per-project RAG: chunk → embed → retrieve top-8 chunks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Neon Postgres: projects, artifacts, knowledge_docs/chunks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Optional pgvector + Voyage/OpenAI embeddings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ANTHROPIC_API_KEY — server-side only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DATABASE_URL — Neon pooled connection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VOYAGE_API_KEY — production RAG embeddings (optional)</a:t>
            </a:r>
          </a:p>
          <a:p>
            <a:pPr>
              <a:spcAft>
                <a:spcPts val="600"/>
              </a:spcAft>
              <a:defRPr sz="1000">
                <a:solidFill>
                  <a:srgbClr val="1A2B3C"/>
                </a:solidFill>
                <a:latin typeface="Calibri"/>
              </a:defRPr>
            </a:pPr>
            <a:r>
              <a:t>DD_API_KEY — Defect Triage Datadog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Indicative ROI: 30–70% effort reduction concentrated at highest-volume manual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Value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286000"/>
                <a:gridCol w="658368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Accelerator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Productionalise first step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Story Forge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40–60% Less effort per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Pilot on live backlog grooming; map JSON → Jira/ADO fields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Code Review Copilot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30% Fewer review cycles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Pre-PR gate in CI pipeline; persist findings as artifacts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Test Strategist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50% Faster test-case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Webhook from ALM to auto-feed sprint stories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Flow Automator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60%+ Faster UI automation draft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Open /katalon in Katalon Studio; adapt locators per env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Test Migrator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70%+ Faster manual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Batch-convert client UAT pack in pilot weeks 2–4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Release Navigator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Release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20–30% Less upgrade regression effort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Maintain inventory in Project knowledge; re-run each ski release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A2B3C"/>
                          </a:solidFill>
                        </a:defRPr>
                      </a:pPr>
                      <a:r>
                        <a:t>Defect Triage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35–50% Faster mean-time-to-triage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</a:defRPr>
                      </a:pPr>
                      <a:r>
                        <a:t>Connect DD_API_KEY for live log evidence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Phased adoption moves teams from showcase to embedded workflow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BAB"/>
                </a:solidFill>
                <a:latin typeface="Calibri"/>
              </a:rPr>
              <a:t>Recommended Adoption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Calibri"/>
              </a:rPr>
              <a:t>Week 1 — Discover &amp;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D7E"/>
                </a:solidFill>
                <a:latin typeface="Calibri"/>
              </a:rPr>
              <a:t>Lead with Defect Triage + Flow Automator + Katalon hands-on.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Calibri"/>
              </a:rPr>
              <a:t>Weeks 2–4 — Pilot on live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D7E"/>
                </a:solidFill>
                <a:latin typeface="Calibri"/>
              </a:rPr>
              <a:t>Story Forge grooming, Code Review on real Gosu, Test Migrator on 10–20 cases.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758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Calibri"/>
              </a:rPr>
              <a:t>Month 2+ — 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D7E"/>
                </a:solidFill>
                <a:latin typeface="Calibri"/>
              </a:rPr>
              <a:t>Jira/ADO export, Katalon in CI, Code Review as pre-PR gate, Project knowledge populated.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320040" cy="32004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27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Calibri"/>
              </a:rPr>
              <a:t>Ongoing —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01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D7E"/>
                </a:solidFill>
                <a:latin typeface="Calibri"/>
              </a:rPr>
              <a:t>Track ROI per module; extend /katalon libraries and RAG corpus per client.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51C2C"/>
                </a:solidFill>
                <a:latin typeface="Calibri"/>
              </a:rPr>
              <a:t>GW SDLC Accelerator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8A9BA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9BAB"/>
                </a:solidFill>
                <a:latin typeface="Calibri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A9CE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Deploy. Demo. Deliver.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8A9BAB"/>
                </a:solidFill>
                <a:latin typeface="Calibri"/>
              </a:defRPr>
            </a:pPr>
            <a:r>
              <a:t>Deploy to Vercel — Anthropic + Neon + optional Voyage for RAG embeddings</a:t>
            </a:r>
          </a:p>
          <a:p>
            <a:pPr>
              <a:spcAft>
                <a:spcPts val="1000"/>
              </a:spcAft>
              <a:defRPr sz="1300">
                <a:solidFill>
                  <a:srgbClr val="8A9BAB"/>
                </a:solidFill>
                <a:latin typeface="Calibri"/>
              </a:defRPr>
            </a:pPr>
            <a:r>
              <a:t>Schedule client showcase: Defect Triage + Flow Automator + Katalon live</a:t>
            </a:r>
          </a:p>
          <a:p>
            <a:pPr>
              <a:spcAft>
                <a:spcPts val="1000"/>
              </a:spcAft>
              <a:defRPr sz="1300">
                <a:solidFill>
                  <a:srgbClr val="8A9BAB"/>
                </a:solidFill>
                <a:latin typeface="Calibri"/>
              </a:defRPr>
            </a:pPr>
            <a:r>
              <a:t>Pilot weeks 2–4 on live client data; measure ROI per module</a:t>
            </a:r>
          </a:p>
          <a:p>
            <a:pPr>
              <a:spcAft>
                <a:spcPts val="1000"/>
              </a:spcAft>
              <a:defRPr sz="1300">
                <a:solidFill>
                  <a:srgbClr val="8A9BAB"/>
                </a:solidFill>
                <a:latin typeface="Calibri"/>
              </a:defRPr>
            </a:pPr>
            <a:r>
              <a:t>Harden: SSO, rate limits, CI evals — see productionalisation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A9CE"/>
                </a:solidFill>
                <a:latin typeface="Calibri"/>
              </a:rPr>
              <a:t>NTT DATA Guidewire Practice · GuidewireAI · gw-sdlc-accelerator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