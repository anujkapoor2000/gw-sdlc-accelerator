
<file path=[Content_Types].xml><?xml version="1.0" encoding="utf-8"?>
<Types xmlns="http://schemas.openxmlformats.org/package/2006/content-types">
  <Default Extension="gif" ContentType="image/gif"/>
  <Default Extension="png" ContentType="image/png"/>
  <Default Extension="rels" ContentType="application/vnd.openxmlformats-package.relationships+xml"/>
  <Default Extension="wdp" ContentType="image/vnd.ms-photo"/>
  <Default Extension="wmf" ContentType="image/x-wmf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ppt/theme/theme14.xml" ContentType="application/vnd.openxmlformats-officedocument.theme+xml"/>
  <Override PartName="/ppt/theme/theme15.xml" ContentType="application/vnd.openxmlformats-officedocument.theme+xml"/>
  <Override PartName="/ppt/theme/theme16.xml" ContentType="application/vnd.openxmlformats-officedocument.theme+xml"/>
  <Override PartName="/ppt/theme/theme17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Relationship Id="rId5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4239" r:id="rId4"/>
    <p:sldMasterId id="2147484075" r:id="rId5"/>
    <p:sldMasterId id="2147484065" r:id="rId6"/>
    <p:sldMasterId id="2147484182" r:id="rId7"/>
    <p:sldMasterId id="2147484229" r:id="rId8"/>
    <p:sldMasterId id="2147484150" r:id="rId9"/>
    <p:sldMasterId id="2147484154" r:id="rId10"/>
    <p:sldMasterId id="2147484045" r:id="rId11"/>
    <p:sldMasterId id="2147484054" r:id="rId12"/>
    <p:sldMasterId id="2147484203" r:id="rId13"/>
    <p:sldMasterId id="2147484224" r:id="rId14"/>
    <p:sldMasterId id="2147484171" r:id="rId15"/>
    <p:sldMasterId id="2147484175" r:id="rId16"/>
    <p:sldMasterId id="2147484234" r:id="rId17"/>
    <p:sldMasterId id="2147484244" r:id="rId18"/>
  </p:sldMasterIdLst>
  <p:notesMasterIdLst>
    <p:notesMasterId r:id="rId70"/>
  </p:notesMasterIdLst>
  <p:handoutMasterIdLst>
    <p:handoutMasterId r:id="rId71"/>
  </p:handoutMasterIdLst>
  <p:sldIdLst>
    <p:sldId id="256" r:id="rId27"/>
    <p:sldId id="257" r:id="rId28"/>
    <p:sldId id="258" r:id="rId29"/>
    <p:sldId id="259" r:id="rId30"/>
    <p:sldId id="260" r:id="rId31"/>
    <p:sldId id="261" r:id="rId32"/>
    <p:sldId id="262" r:id="rId33"/>
    <p:sldId id="263" r:id="rId34"/>
    <p:sldId id="264" r:id="rId35"/>
    <p:sldId id="265" r:id="rId36"/>
    <p:sldId id="266" r:id="rId37"/>
    <p:sldId id="267" r:id="rId38"/>
    <p:sldId id="268" r:id="rId39"/>
    <p:sldId id="269" r:id="rId40"/>
    <p:sldId id="270" r:id="rId41"/>
    <p:sldId id="271" r:id="rId4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240" userDrawn="1">
          <p15:clr>
            <a:srgbClr val="A4A3A4"/>
          </p15:clr>
        </p15:guide>
        <p15:guide id="4" pos="74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FE6FF"/>
    <a:srgbClr val="E5E5E5"/>
    <a:srgbClr val="19A3FC"/>
    <a:srgbClr val="000000"/>
    <a:srgbClr val="050D24"/>
    <a:srgbClr val="FFFFFF"/>
    <a:srgbClr val="0072BC"/>
    <a:srgbClr val="009AA4"/>
    <a:srgbClr val="007076"/>
    <a:srgbClr val="2E404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EC469D1-8CD9-4EC5-AFA0-9258B564BC99}" v="2" dt="2026-02-25T13:50:55.01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2" autoAdjust="0"/>
    <p:restoredTop sz="94673" autoAdjust="0"/>
  </p:normalViewPr>
  <p:slideViewPr>
    <p:cSldViewPr snapToGrid="0">
      <p:cViewPr varScale="1">
        <p:scale>
          <a:sx n="102" d="100"/>
          <a:sy n="102" d="100"/>
        </p:scale>
        <p:origin x="918" y="114"/>
      </p:cViewPr>
      <p:guideLst>
        <p:guide orient="horz" pos="2160"/>
        <p:guide pos="3840"/>
        <p:guide pos="240"/>
        <p:guide pos="74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762"/>
    </p:cViewPr>
  </p:sorter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7" Type="http://schemas.openxmlformats.org/officeDocument/2006/relationships/slideMaster" Target="slideMasters/slideMaster4.xml"/><Relationship Id="rId8" Type="http://schemas.openxmlformats.org/officeDocument/2006/relationships/slideMaster" Target="slideMasters/slideMaster5.xml"/><Relationship Id="rId9" Type="http://schemas.openxmlformats.org/officeDocument/2006/relationships/slideMaster" Target="slideMasters/slideMaster6.xml"/><Relationship Id="rId10" Type="http://schemas.openxmlformats.org/officeDocument/2006/relationships/slideMaster" Target="slideMasters/slideMaster7.xml"/><Relationship Id="rId11" Type="http://schemas.openxmlformats.org/officeDocument/2006/relationships/slideMaster" Target="slideMasters/slideMaster8.xml"/><Relationship Id="rId12" Type="http://schemas.openxmlformats.org/officeDocument/2006/relationships/slideMaster" Target="slideMasters/slideMaster9.xml"/><Relationship Id="rId13" Type="http://schemas.openxmlformats.org/officeDocument/2006/relationships/slideMaster" Target="slideMasters/slideMaster10.xml"/><Relationship Id="rId14" Type="http://schemas.openxmlformats.org/officeDocument/2006/relationships/slideMaster" Target="slideMasters/slideMaster11.xml"/><Relationship Id="rId15" Type="http://schemas.openxmlformats.org/officeDocument/2006/relationships/slideMaster" Target="slideMasters/slideMaster12.xml"/><Relationship Id="rId16" Type="http://schemas.openxmlformats.org/officeDocument/2006/relationships/slideMaster" Target="slideMasters/slideMaster13.xml"/><Relationship Id="rId17" Type="http://schemas.openxmlformats.org/officeDocument/2006/relationships/slideMaster" Target="slideMasters/slideMaster14.xml"/><Relationship Id="rId18" Type="http://schemas.openxmlformats.org/officeDocument/2006/relationships/slideMaster" Target="slideMasters/slideMaster15.xml"/><Relationship Id="rId27" Type="http://schemas.openxmlformats.org/officeDocument/2006/relationships/slide" Target="slides/slide1.xml"/><Relationship Id="rId28" Type="http://schemas.openxmlformats.org/officeDocument/2006/relationships/slide" Target="slides/slide2.xml"/><Relationship Id="rId29" Type="http://schemas.openxmlformats.org/officeDocument/2006/relationships/slide" Target="slides/slide3.xml"/><Relationship Id="rId30" Type="http://schemas.openxmlformats.org/officeDocument/2006/relationships/slide" Target="slides/slide4.xml"/><Relationship Id="rId31" Type="http://schemas.openxmlformats.org/officeDocument/2006/relationships/slide" Target="slides/slide5.xml"/><Relationship Id="rId32" Type="http://schemas.openxmlformats.org/officeDocument/2006/relationships/slide" Target="slides/slide6.xml"/><Relationship Id="rId33" Type="http://schemas.openxmlformats.org/officeDocument/2006/relationships/slide" Target="slides/slide7.xml"/><Relationship Id="rId34" Type="http://schemas.openxmlformats.org/officeDocument/2006/relationships/slide" Target="slides/slide8.xml"/><Relationship Id="rId35" Type="http://schemas.openxmlformats.org/officeDocument/2006/relationships/slide" Target="slides/slide9.xml"/><Relationship Id="rId36" Type="http://schemas.openxmlformats.org/officeDocument/2006/relationships/slide" Target="slides/slide10.xml"/><Relationship Id="rId37" Type="http://schemas.openxmlformats.org/officeDocument/2006/relationships/slide" Target="slides/slide11.xml"/><Relationship Id="rId38" Type="http://schemas.openxmlformats.org/officeDocument/2006/relationships/slide" Target="slides/slide12.xml"/><Relationship Id="rId39" Type="http://schemas.openxmlformats.org/officeDocument/2006/relationships/slide" Target="slides/slide13.xml"/><Relationship Id="rId40" Type="http://schemas.openxmlformats.org/officeDocument/2006/relationships/slide" Target="slides/slide14.xml"/><Relationship Id="rId41" Type="http://schemas.openxmlformats.org/officeDocument/2006/relationships/slide" Target="slides/slide15.xml"/><Relationship Id="rId42" Type="http://schemas.openxmlformats.org/officeDocument/2006/relationships/slide" Target="slides/slide16.xml"/><Relationship Id="rId70" Type="http://schemas.openxmlformats.org/officeDocument/2006/relationships/notesMaster" Target="notesMasters/notesMaster1.xml"/><Relationship Id="rId71" Type="http://schemas.openxmlformats.org/officeDocument/2006/relationships/handoutMaster" Target="handoutMasters/handoutMaster1.xml"/><Relationship Id="rId72" Type="http://schemas.openxmlformats.org/officeDocument/2006/relationships/presProps" Target="presProps.xml"/><Relationship Id="rId73" Type="http://schemas.openxmlformats.org/officeDocument/2006/relationships/viewProps" Target="viewProps.xml"/><Relationship Id="rId74" Type="http://schemas.openxmlformats.org/officeDocument/2006/relationships/theme" Target="theme/theme1.xml"/><Relationship Id="rId75" Type="http://schemas.openxmlformats.org/officeDocument/2006/relationships/tableStyles" Target="tableStyles.xml"/><Relationship Id="rId76" Type="http://schemas.microsoft.com/office/2016/11/relationships/changesInfo" Target="changesInfos/changesInfo1.xml"/><Relationship Id="rId7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uj Kapoor" userId="2a180d41-b120-4b1a-938b-12ef24bbe598" providerId="ADAL" clId="{C218D61E-9AB8-448A-B577-5AADE33EB722}"/>
    <pc:docChg chg="undo custSel modSld">
      <pc:chgData name="Anuj Kapoor" userId="2a180d41-b120-4b1a-938b-12ef24bbe598" providerId="ADAL" clId="{C218D61E-9AB8-448A-B577-5AADE33EB722}" dt="2026-02-25T13:53:07.012" v="103" actId="20577"/>
      <pc:docMkLst>
        <pc:docMk/>
      </pc:docMkLst>
      <pc:sldChg chg="addSp delSp modSp mod">
        <pc:chgData name="Anuj Kapoor" userId="2a180d41-b120-4b1a-938b-12ef24bbe598" providerId="ADAL" clId="{C218D61E-9AB8-448A-B577-5AADE33EB722}" dt="2026-02-25T13:53:07.012" v="103" actId="20577"/>
        <pc:sldMkLst>
          <pc:docMk/>
          <pc:sldMk cId="969055118" sldId="2147481328"/>
        </pc:sldMkLst>
        <pc:spChg chg="del">
          <ac:chgData name="Anuj Kapoor" userId="2a180d41-b120-4b1a-938b-12ef24bbe598" providerId="ADAL" clId="{C218D61E-9AB8-448A-B577-5AADE33EB722}" dt="2026-02-25T13:49:32.953" v="2" actId="478"/>
          <ac:spMkLst>
            <pc:docMk/>
            <pc:sldMk cId="969055118" sldId="2147481328"/>
            <ac:spMk id="3" creationId="{DC991235-C283-783D-AF49-E845205D0452}"/>
          </ac:spMkLst>
        </pc:spChg>
        <pc:spChg chg="mod">
          <ac:chgData name="Anuj Kapoor" userId="2a180d41-b120-4b1a-938b-12ef24bbe598" providerId="ADAL" clId="{C218D61E-9AB8-448A-B577-5AADE33EB722}" dt="2026-02-25T13:51:13.453" v="23" actId="1038"/>
          <ac:spMkLst>
            <pc:docMk/>
            <pc:sldMk cId="969055118" sldId="2147481328"/>
            <ac:spMk id="4" creationId="{BE4E82A2-356B-1BC2-C482-7770727F7BEC}"/>
          </ac:spMkLst>
        </pc:spChg>
        <pc:spChg chg="mod">
          <ac:chgData name="Anuj Kapoor" userId="2a180d41-b120-4b1a-938b-12ef24bbe598" providerId="ADAL" clId="{C218D61E-9AB8-448A-B577-5AADE33EB722}" dt="2026-02-25T13:53:07.012" v="103" actId="20577"/>
          <ac:spMkLst>
            <pc:docMk/>
            <pc:sldMk cId="969055118" sldId="2147481328"/>
            <ac:spMk id="9" creationId="{E13429DD-7708-C4B2-04F6-88B9AC61643D}"/>
          </ac:spMkLst>
        </pc:spChg>
        <pc:spChg chg="mod">
          <ac:chgData name="Anuj Kapoor" userId="2a180d41-b120-4b1a-938b-12ef24bbe598" providerId="ADAL" clId="{C218D61E-9AB8-448A-B577-5AADE33EB722}" dt="2026-02-25T13:52:56.911" v="82" actId="20577"/>
          <ac:spMkLst>
            <pc:docMk/>
            <pc:sldMk cId="969055118" sldId="2147481328"/>
            <ac:spMk id="10" creationId="{ABDF3ACB-BC28-B46B-FF4A-2BDF0F808353}"/>
          </ac:spMkLst>
        </pc:spChg>
        <pc:spChg chg="add del mod ord">
          <ac:chgData name="Anuj Kapoor" userId="2a180d41-b120-4b1a-938b-12ef24bbe598" providerId="ADAL" clId="{C218D61E-9AB8-448A-B577-5AADE33EB722}" dt="2026-02-25T13:50:55.012" v="20" actId="931"/>
          <ac:spMkLst>
            <pc:docMk/>
            <pc:sldMk cId="969055118" sldId="2147481328"/>
            <ac:spMk id="13" creationId="{EFABBFC0-9842-8581-8F99-47536F462F49}"/>
          </ac:spMkLst>
        </pc:spChg>
        <pc:spChg chg="add del">
          <ac:chgData name="Anuj Kapoor" userId="2a180d41-b120-4b1a-938b-12ef24bbe598" providerId="ADAL" clId="{C218D61E-9AB8-448A-B577-5AADE33EB722}" dt="2026-02-25T13:51:44.492" v="34" actId="478"/>
          <ac:spMkLst>
            <pc:docMk/>
            <pc:sldMk cId="969055118" sldId="2147481328"/>
            <ac:spMk id="17" creationId="{6AE1F586-145B-FEE5-69E8-4998853614C3}"/>
          </ac:spMkLst>
        </pc:spChg>
        <pc:spChg chg="add mod ord">
          <ac:chgData name="Anuj Kapoor" userId="2a180d41-b120-4b1a-938b-12ef24bbe598" providerId="ADAL" clId="{C218D61E-9AB8-448A-B577-5AADE33EB722}" dt="2026-02-25T13:52:26.625" v="42" actId="171"/>
          <ac:spMkLst>
            <pc:docMk/>
            <pc:sldMk cId="969055118" sldId="2147481328"/>
            <ac:spMk id="18" creationId="{3F2DED60-828D-5B43-0AA1-E0DED9414598}"/>
          </ac:spMkLst>
        </pc:spChg>
        <pc:picChg chg="add del mod ord">
          <ac:chgData name="Anuj Kapoor" userId="2a180d41-b120-4b1a-938b-12ef24bbe598" providerId="ADAL" clId="{C218D61E-9AB8-448A-B577-5AADE33EB722}" dt="2026-02-25T13:50:32.181" v="18" actId="478"/>
          <ac:picMkLst>
            <pc:docMk/>
            <pc:sldMk cId="969055118" sldId="2147481328"/>
            <ac:picMk id="11" creationId="{EB29880D-EDE7-DDEB-153C-A7BCDB01E5E1}"/>
          </ac:picMkLst>
        </pc:picChg>
        <pc:picChg chg="add mod">
          <ac:chgData name="Anuj Kapoor" userId="2a180d41-b120-4b1a-938b-12ef24bbe598" providerId="ADAL" clId="{C218D61E-9AB8-448A-B577-5AADE33EB722}" dt="2026-02-25T13:51:24.546" v="24" actId="1076"/>
          <ac:picMkLst>
            <pc:docMk/>
            <pc:sldMk cId="969055118" sldId="2147481328"/>
            <ac:picMk id="15" creationId="{5BF0BBC8-7491-E6DD-928C-F0E4E13515B2}"/>
          </ac:picMkLst>
        </pc:picChg>
        <pc:picChg chg="del">
          <ac:chgData name="Anuj Kapoor" userId="2a180d41-b120-4b1a-938b-12ef24bbe598" providerId="ADAL" clId="{C218D61E-9AB8-448A-B577-5AADE33EB722}" dt="2026-02-25T13:49:36.520" v="3" actId="478"/>
          <ac:picMkLst>
            <pc:docMk/>
            <pc:sldMk cId="969055118" sldId="2147481328"/>
            <ac:picMk id="16" creationId="{D1784304-20CA-2595-A2CF-CFD02E4EF6F6}"/>
          </ac:picMkLst>
        </pc:picChg>
      </pc:sldChg>
    </pc:docChg>
  </pc:docChgLst>
</pc:chgInfo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F5F3CF2-0D2F-62EB-F9FA-5289929439E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>
              <a:latin typeface="Arial" panose="020B0604020202020204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75D0CDA-4A74-7373-1A98-BA772C315F9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F8BF9E0-02C4-234E-AF12-F32F5E61E023}" type="datetimeFigureOut">
              <a:rPr lang="en-US" smtClean="0">
                <a:latin typeface="Arial" panose="020B0604020202020204" pitchFamily="34" charset="0"/>
              </a:rPr>
              <a:t>2/25/2026</a:t>
            </a:fld>
            <a:endParaRPr lang="en-US">
              <a:latin typeface="Arial" panose="020B0604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0C38906-40BE-6961-6268-E0C407BC82F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>
              <a:latin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9C8528-A8AA-EDCA-B140-81A4C4FD127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0723CE-3F45-1C4A-8C37-B8E64C81DE38}" type="slidenum">
              <a:rPr lang="en-US" smtClean="0">
                <a:latin typeface="Arial" panose="020B0604020202020204" pitchFamily="34" charset="0"/>
              </a:rPr>
              <a:t>‹#›</a:t>
            </a:fld>
            <a:endParaRPr 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646062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panose="020B0604020202020204" pitchFamily="34" charset="0"/>
              </a:defRPr>
            </a:lvl1pPr>
          </a:lstStyle>
          <a:p>
            <a:fld id="{4BACC3CC-056C-4C7B-97E3-8A853401A333}" type="datetimeFigureOut">
              <a:rPr lang="en-US" smtClean="0"/>
              <a:pPr/>
              <a:t>2/25/2026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Arial" panose="020B0604020202020204" pitchFamily="34" charset="0"/>
              </a:defRPr>
            </a:lvl1pPr>
          </a:lstStyle>
          <a:p>
            <a:fld id="{3ABF52DC-EC59-4DE1-BAC7-23B3848E6B8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18378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wmf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wmf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wmf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6.png"/><Relationship Id="rId3" Type="http://schemas.microsoft.com/office/2007/relationships/hdphoto" Target="../media/hdphoto1.wdp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7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8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9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Relationship Id="rId2" Type="http://schemas.openxmlformats.org/officeDocument/2006/relationships/image" Target="../media/image4.pn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Relationship Id="rId2" Type="http://schemas.openxmlformats.org/officeDocument/2006/relationships/image" Target="../media/image5.pn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10.pn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11.pn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image" Target="../media/image12.png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image" Target="../media/image13.png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Relationship Id="rId2" Type="http://schemas.openxmlformats.org/officeDocument/2006/relationships/image" Target="../media/image2.wmf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Image, Full Innovation Curv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mart Navy SemiTrans Overlay">
            <a:extLst>
              <a:ext uri="{FF2B5EF4-FFF2-40B4-BE49-F238E27FC236}">
                <a16:creationId xmlns:a16="http://schemas.microsoft.com/office/drawing/2014/main" id="{3F234039-F9BC-AAAE-A07E-DCF49269657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50D24">
              <a:alpha val="57647"/>
            </a:srgbClr>
          </a:solidFill>
        </p:spPr>
        <p:txBody>
          <a:bodyPr/>
          <a:lstStyle>
            <a:lvl1pPr>
              <a:defRPr>
                <a:noFill/>
              </a:defRPr>
            </a:lvl1pPr>
            <a:lvl2pPr>
              <a:defRPr>
                <a:noFill/>
              </a:defRPr>
            </a:lvl2pPr>
            <a:lvl3pPr>
              <a:defRPr>
                <a:noFill/>
              </a:defRPr>
            </a:lvl3pPr>
            <a:lvl4pPr>
              <a:defRPr>
                <a:noFill/>
              </a:defRPr>
            </a:lvl4pPr>
            <a:lvl5pPr>
              <a:defRPr>
                <a:noFill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Innovation Curve Overlay">
            <a:extLst>
              <a:ext uri="{FF2B5EF4-FFF2-40B4-BE49-F238E27FC236}">
                <a16:creationId xmlns:a16="http://schemas.microsoft.com/office/drawing/2014/main" id="{67EFF21B-9583-6EE9-5F33-149287A6B01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2" cstate="screen">
              <a:alphaModFix amt="45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r>
              <a:rPr lang="en-US"/>
              <a:t> ..</a:t>
            </a:r>
          </a:p>
        </p:txBody>
      </p:sp>
      <p:sp>
        <p:nvSpPr>
          <p:cNvPr id="8" name="Cover Photo Placeholder">
            <a:extLst>
              <a:ext uri="{FF2B5EF4-FFF2-40B4-BE49-F238E27FC236}">
                <a16:creationId xmlns:a16="http://schemas.microsoft.com/office/drawing/2014/main" id="{4B3E92DB-5563-6F86-C3D4-DF362E5076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60241"/>
          </a:xfrm>
          <a:prstGeom prst="rect">
            <a:avLst/>
          </a:prstGeom>
          <a:noFill/>
        </p:spPr>
        <p:txBody>
          <a:bodyPr tIns="2743200" bIns="0" anchor="ctr"/>
          <a:lstStyle>
            <a:lvl1pPr marL="0" indent="0" algn="ctr">
              <a:buFontTx/>
              <a:buNone/>
              <a:defRPr sz="2400">
                <a:solidFill>
                  <a:schemeClr val="accent3"/>
                </a:solidFill>
                <a:latin typeface="+mn-lt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add image. Then Reorder: Send to back</a:t>
            </a:r>
          </a:p>
        </p:txBody>
      </p:sp>
      <p:sp>
        <p:nvSpPr>
          <p:cNvPr id="11" name="Date">
            <a:extLst>
              <a:ext uri="{FF2B5EF4-FFF2-40B4-BE49-F238E27FC236}">
                <a16:creationId xmlns:a16="http://schemas.microsoft.com/office/drawing/2014/main" id="{D87E2A77-DBB3-3923-0029-4D3148E74DC9}"/>
              </a:ext>
            </a:extLst>
          </p:cNvPr>
          <p:cNvSpPr>
            <a:spLocks noGrp="1"/>
          </p:cNvSpPr>
          <p:nvPr>
            <p:ph type="dt" sz="half" idx="18"/>
          </p:nvPr>
        </p:nvSpPr>
        <p:spPr>
          <a:xfrm>
            <a:off x="381000" y="6324601"/>
            <a:ext cx="1295400" cy="304800"/>
          </a:xfrm>
        </p:spPr>
        <p:txBody>
          <a:bodyPr/>
          <a:lstStyle/>
          <a:p>
            <a:r>
              <a:rPr lang="en-US" noProof="0" dirty="0"/>
              <a:t>November 2025</a:t>
            </a:r>
          </a:p>
        </p:txBody>
      </p:sp>
      <p:sp>
        <p:nvSpPr>
          <p:cNvPr id="13" name="Legal Line">
            <a:extLst>
              <a:ext uri="{FF2B5EF4-FFF2-40B4-BE49-F238E27FC236}">
                <a16:creationId xmlns:a16="http://schemas.microsoft.com/office/drawing/2014/main" id="{36D0E9C7-1F5A-81CC-4242-80983EF9D3CA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>
          <a:xfrm>
            <a:off x="1828800" y="6324602"/>
            <a:ext cx="4114800" cy="304800"/>
          </a:xfrm>
        </p:spPr>
        <p:txBody>
          <a:bodyPr/>
          <a:lstStyle>
            <a:lvl1pPr>
              <a:defRPr b="0" i="0">
                <a:latin typeface="Arial" panose="020B0604020202020204" pitchFamily="34" charset="0"/>
              </a:defRPr>
            </a:lvl1pPr>
          </a:lstStyle>
          <a:p>
            <a:r>
              <a:rPr lang="en-US" noProof="0"/>
              <a:t>NTT DATA, Inc.</a:t>
            </a:r>
          </a:p>
        </p:txBody>
      </p:sp>
      <p:sp>
        <p:nvSpPr>
          <p:cNvPr id="14" name="Information Type">
            <a:extLst>
              <a:ext uri="{FF2B5EF4-FFF2-40B4-BE49-F238E27FC236}">
                <a16:creationId xmlns:a16="http://schemas.microsoft.com/office/drawing/2014/main" id="{F8A3F60F-BBBB-8A08-44FD-39E6AB0E206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982200" y="359796"/>
            <a:ext cx="2065880" cy="304800"/>
          </a:xfrm>
          <a:prstGeom prst="rect">
            <a:avLst/>
          </a:prstGeom>
        </p:spPr>
        <p:txBody>
          <a:bodyPr anchor="ctr"/>
          <a:lstStyle>
            <a:lvl1pPr algn="ctr">
              <a:defRPr lang="en-US" sz="1200" b="0" i="0" kern="1200" dirty="0">
                <a:solidFill>
                  <a:schemeClr val="tx1">
                    <a:lumMod val="85000"/>
                  </a:schemeClr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US" noProof="0"/>
              <a:t>[Information Type]</a:t>
            </a:r>
          </a:p>
        </p:txBody>
      </p:sp>
      <p:sp>
        <p:nvSpPr>
          <p:cNvPr id="7" name="NTT DATA Global Logo" descr="NTT DATA Global Logo">
            <a:extLst>
              <a:ext uri="{FF2B5EF4-FFF2-40B4-BE49-F238E27FC236}">
                <a16:creationId xmlns:a16="http://schemas.microsoft.com/office/drawing/2014/main" id="{67CD9146-46D1-2584-90C9-AC323E0D78B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5"/>
          </p:nvPr>
        </p:nvSpPr>
        <p:spPr bwMode="black">
          <a:xfrm>
            <a:off x="402336" y="320040"/>
            <a:ext cx="1959724" cy="400077"/>
          </a:xfrm>
          <a:prstGeom prst="rect">
            <a:avLst/>
          </a:prstGeom>
          <a:blipFill dpi="0" rotWithShape="1">
            <a:blip r:embed="rId3"/>
            <a:srcRect/>
            <a:stretch>
              <a:fillRect/>
            </a:stretch>
          </a:blipFill>
        </p:spPr>
        <p:txBody>
          <a:bodyPr wrap="none" lIns="0" tIns="0" rIns="0" bIns="0"/>
          <a:lstStyle>
            <a:lvl1pPr>
              <a:defRPr>
                <a:noFill/>
              </a:defRPr>
            </a:lvl1pPr>
            <a:lvl2pPr>
              <a:defRPr>
                <a:noFill/>
              </a:defRPr>
            </a:lvl2pPr>
            <a:lvl3pPr>
              <a:defRPr>
                <a:noFill/>
              </a:defRPr>
            </a:lvl3pPr>
            <a:lvl4pPr>
              <a:defRPr>
                <a:noFill/>
              </a:defRPr>
            </a:lvl4pPr>
            <a:lvl5pPr>
              <a:defRPr>
                <a:noFill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ubTitle">
            <a:extLst>
              <a:ext uri="{FF2B5EF4-FFF2-40B4-BE49-F238E27FC236}">
                <a16:creationId xmlns:a16="http://schemas.microsoft.com/office/drawing/2014/main" id="{289963B8-6E2F-5789-EF80-E5E2D21D18E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000" y="3810000"/>
            <a:ext cx="4800600" cy="533400"/>
          </a:xfrm>
          <a:prstGeom prst="rect">
            <a:avLst/>
          </a:prstGeom>
        </p:spPr>
        <p:txBody>
          <a:bodyPr lIns="0" tIns="45720" rIns="0"/>
          <a:lstStyle>
            <a:lvl1pPr>
              <a:defRPr lang="en-US" dirty="0" smtClean="0"/>
            </a:lvl1pPr>
          </a:lstStyle>
          <a:p>
            <a:pPr lvl="0">
              <a:lnSpc>
                <a:spcPct val="100000"/>
              </a:lnSpc>
            </a:pPr>
            <a:r>
              <a:rPr lang="en-US" noProof="0"/>
              <a:t>Click to enter/edit subtitle text</a:t>
            </a:r>
          </a:p>
        </p:txBody>
      </p:sp>
      <p:sp>
        <p:nvSpPr>
          <p:cNvPr id="2" name="MainTitle">
            <a:extLst>
              <a:ext uri="{FF2B5EF4-FFF2-40B4-BE49-F238E27FC236}">
                <a16:creationId xmlns:a16="http://schemas.microsoft.com/office/drawing/2014/main" id="{32F4D80C-C221-F8D0-FC62-DDD4F8E7262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2438400"/>
            <a:ext cx="4800600" cy="1371600"/>
          </a:xfrm>
        </p:spPr>
        <p:txBody>
          <a:bodyPr/>
          <a:lstStyle/>
          <a:p>
            <a:r>
              <a:rPr lang="en-US" noProof="0"/>
              <a:t>Click to edit title</a:t>
            </a:r>
          </a:p>
        </p:txBody>
      </p:sp>
    </p:spTree>
    <p:extLst>
      <p:ext uri="{BB962C8B-B14F-4D97-AF65-F5344CB8AC3E}">
        <p14:creationId xmlns:p14="http://schemas.microsoft.com/office/powerpoint/2010/main" val="11821959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2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Image, Paartial Innovation Curv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mart Navy SemiTrans Overlay">
            <a:extLst>
              <a:ext uri="{FF2B5EF4-FFF2-40B4-BE49-F238E27FC236}">
                <a16:creationId xmlns:a16="http://schemas.microsoft.com/office/drawing/2014/main" id="{3F234039-F9BC-AAAE-A07E-DCF49269657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1"/>
            <a:ext cx="12192000" cy="6857999"/>
          </a:xfrm>
          <a:prstGeom prst="rect">
            <a:avLst/>
          </a:prstGeom>
          <a:solidFill>
            <a:srgbClr val="050D24">
              <a:alpha val="57647"/>
            </a:srgbClr>
          </a:solidFill>
        </p:spPr>
        <p:txBody>
          <a:bodyPr/>
          <a:lstStyle>
            <a:lvl1pPr>
              <a:defRPr>
                <a:noFill/>
              </a:defRPr>
            </a:lvl1pPr>
            <a:lvl2pPr>
              <a:defRPr>
                <a:noFill/>
              </a:defRPr>
            </a:lvl2pPr>
            <a:lvl3pPr>
              <a:defRPr>
                <a:noFill/>
              </a:defRPr>
            </a:lvl3pPr>
            <a:lvl4pPr>
              <a:defRPr>
                <a:noFill/>
              </a:defRPr>
            </a:lvl4pPr>
            <a:lvl5pPr>
              <a:defRPr>
                <a:noFill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Date">
            <a:extLst>
              <a:ext uri="{FF2B5EF4-FFF2-40B4-BE49-F238E27FC236}">
                <a16:creationId xmlns:a16="http://schemas.microsoft.com/office/drawing/2014/main" id="{D87E2A77-DBB3-3923-0029-4D3148E74DC9}"/>
              </a:ext>
            </a:extLst>
          </p:cNvPr>
          <p:cNvSpPr>
            <a:spLocks noGrp="1"/>
          </p:cNvSpPr>
          <p:nvPr>
            <p:ph type="dt" sz="half" idx="18"/>
          </p:nvPr>
        </p:nvSpPr>
        <p:spPr>
          <a:xfrm>
            <a:off x="381000" y="6324601"/>
            <a:ext cx="1295400" cy="304800"/>
          </a:xfrm>
        </p:spPr>
        <p:txBody>
          <a:bodyPr/>
          <a:lstStyle/>
          <a:p>
            <a:r>
              <a:rPr lang="en-US" noProof="0" dirty="0"/>
              <a:t>November 2025</a:t>
            </a:r>
          </a:p>
        </p:txBody>
      </p:sp>
      <p:sp>
        <p:nvSpPr>
          <p:cNvPr id="13" name="Legal Line">
            <a:extLst>
              <a:ext uri="{FF2B5EF4-FFF2-40B4-BE49-F238E27FC236}">
                <a16:creationId xmlns:a16="http://schemas.microsoft.com/office/drawing/2014/main" id="{36D0E9C7-1F5A-81CC-4242-80983EF9D3CA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>
          <a:xfrm>
            <a:off x="1828800" y="6324602"/>
            <a:ext cx="4114800" cy="304800"/>
          </a:xfrm>
        </p:spPr>
        <p:txBody>
          <a:bodyPr/>
          <a:lstStyle>
            <a:lvl1pPr>
              <a:defRPr b="0" i="0">
                <a:latin typeface="Arial" panose="020B0604020202020204" pitchFamily="34" charset="0"/>
              </a:defRPr>
            </a:lvl1pPr>
          </a:lstStyle>
          <a:p>
            <a:r>
              <a:rPr lang="en-US" noProof="0"/>
              <a:t>NTT DATA, Inc.</a:t>
            </a:r>
          </a:p>
        </p:txBody>
      </p:sp>
      <p:sp>
        <p:nvSpPr>
          <p:cNvPr id="14" name="Information Type">
            <a:extLst>
              <a:ext uri="{FF2B5EF4-FFF2-40B4-BE49-F238E27FC236}">
                <a16:creationId xmlns:a16="http://schemas.microsoft.com/office/drawing/2014/main" id="{F8A3F60F-BBBB-8A08-44FD-39E6AB0E206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982200" y="359796"/>
            <a:ext cx="2065880" cy="304800"/>
          </a:xfrm>
          <a:prstGeom prst="rect">
            <a:avLst/>
          </a:prstGeom>
        </p:spPr>
        <p:txBody>
          <a:bodyPr anchor="ctr"/>
          <a:lstStyle>
            <a:lvl1pPr algn="ctr">
              <a:defRPr lang="en-US" sz="1200" b="0" i="0" kern="1200" dirty="0">
                <a:solidFill>
                  <a:schemeClr val="tx1">
                    <a:lumMod val="85000"/>
                  </a:schemeClr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US" noProof="0"/>
              <a:t>[Information Type]</a:t>
            </a:r>
          </a:p>
        </p:txBody>
      </p:sp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FD957E5C-35D4-A4D9-6D53-531FEABE9BD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2" cstate="screen">
              <a:alphaModFix amt="45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r>
              <a:rPr lang="en-US"/>
              <a:t>  =</a:t>
            </a:r>
          </a:p>
        </p:txBody>
      </p:sp>
      <p:sp>
        <p:nvSpPr>
          <p:cNvPr id="8" name="Cover Photo Placeholder">
            <a:extLst>
              <a:ext uri="{FF2B5EF4-FFF2-40B4-BE49-F238E27FC236}">
                <a16:creationId xmlns:a16="http://schemas.microsoft.com/office/drawing/2014/main" id="{4B3E92DB-5563-6F86-C3D4-DF362E5076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60241"/>
          </a:xfrm>
          <a:prstGeom prst="rect">
            <a:avLst/>
          </a:prstGeom>
          <a:noFill/>
        </p:spPr>
        <p:txBody>
          <a:bodyPr tIns="2743200" bIns="0" anchor="ctr"/>
          <a:lstStyle>
            <a:lvl1pPr marL="0" indent="0" algn="ctr">
              <a:buFontTx/>
              <a:buNone/>
              <a:defRPr sz="2400">
                <a:solidFill>
                  <a:schemeClr val="accent3"/>
                </a:solidFill>
                <a:latin typeface="+mn-lt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add image. Then Reorder: Send to back</a:t>
            </a:r>
          </a:p>
        </p:txBody>
      </p:sp>
      <p:sp>
        <p:nvSpPr>
          <p:cNvPr id="7" name="NTT DATA Global Logo" descr="NTT DATA Global Logo">
            <a:extLst>
              <a:ext uri="{FF2B5EF4-FFF2-40B4-BE49-F238E27FC236}">
                <a16:creationId xmlns:a16="http://schemas.microsoft.com/office/drawing/2014/main" id="{67CD9146-46D1-2584-90C9-AC323E0D78B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5"/>
          </p:nvPr>
        </p:nvSpPr>
        <p:spPr bwMode="black">
          <a:xfrm>
            <a:off x="402336" y="320040"/>
            <a:ext cx="1959724" cy="400077"/>
          </a:xfrm>
          <a:prstGeom prst="rect">
            <a:avLst/>
          </a:prstGeom>
          <a:blipFill dpi="0" rotWithShape="1">
            <a:blip r:embed="rId3"/>
            <a:srcRect/>
            <a:stretch>
              <a:fillRect/>
            </a:stretch>
          </a:blipFill>
        </p:spPr>
        <p:txBody>
          <a:bodyPr wrap="none" lIns="0" tIns="0" rIns="0" bIns="0"/>
          <a:lstStyle>
            <a:lvl1pPr>
              <a:defRPr>
                <a:noFill/>
              </a:defRPr>
            </a:lvl1pPr>
            <a:lvl2pPr>
              <a:defRPr>
                <a:noFill/>
              </a:defRPr>
            </a:lvl2pPr>
            <a:lvl3pPr>
              <a:defRPr>
                <a:noFill/>
              </a:defRPr>
            </a:lvl3pPr>
            <a:lvl4pPr>
              <a:defRPr>
                <a:noFill/>
              </a:defRPr>
            </a:lvl4pPr>
            <a:lvl5pPr>
              <a:defRPr>
                <a:noFill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ubTitle">
            <a:extLst>
              <a:ext uri="{FF2B5EF4-FFF2-40B4-BE49-F238E27FC236}">
                <a16:creationId xmlns:a16="http://schemas.microsoft.com/office/drawing/2014/main" id="{289963B8-6E2F-5789-EF80-E5E2D21D18E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000" y="3810000"/>
            <a:ext cx="4800600" cy="533400"/>
          </a:xfrm>
          <a:prstGeom prst="rect">
            <a:avLst/>
          </a:prstGeom>
        </p:spPr>
        <p:txBody>
          <a:bodyPr lIns="0" tIns="45720" rIns="0"/>
          <a:lstStyle>
            <a:lvl1pPr>
              <a:defRPr lang="en-US" dirty="0" smtClean="0"/>
            </a:lvl1pPr>
          </a:lstStyle>
          <a:p>
            <a:pPr lvl="0">
              <a:lnSpc>
                <a:spcPct val="100000"/>
              </a:lnSpc>
            </a:pPr>
            <a:r>
              <a:rPr lang="en-US" noProof="0"/>
              <a:t>Click to enter/edit subtitle text</a:t>
            </a:r>
          </a:p>
        </p:txBody>
      </p:sp>
      <p:sp>
        <p:nvSpPr>
          <p:cNvPr id="2" name="MainTitle">
            <a:extLst>
              <a:ext uri="{FF2B5EF4-FFF2-40B4-BE49-F238E27FC236}">
                <a16:creationId xmlns:a16="http://schemas.microsoft.com/office/drawing/2014/main" id="{32F4D80C-C221-F8D0-FC62-DDD4F8E7262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2438400"/>
            <a:ext cx="4800600" cy="1371600"/>
          </a:xfrm>
        </p:spPr>
        <p:txBody>
          <a:bodyPr/>
          <a:lstStyle/>
          <a:p>
            <a:r>
              <a:rPr lang="en-US" noProof="0"/>
              <a:t>Click to edit title</a:t>
            </a:r>
          </a:p>
        </p:txBody>
      </p:sp>
    </p:spTree>
    <p:extLst>
      <p:ext uri="{BB962C8B-B14F-4D97-AF65-F5344CB8AC3E}">
        <p14:creationId xmlns:p14="http://schemas.microsoft.com/office/powerpoint/2010/main" val="38484009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2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Imag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0">
            <a:extLst>
              <a:ext uri="{FF2B5EF4-FFF2-40B4-BE49-F238E27FC236}">
                <a16:creationId xmlns:a16="http://schemas.microsoft.com/office/drawing/2014/main" id="{3F234039-F9BC-AAAE-A07E-DCF49269657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1"/>
            <a:ext cx="12192000" cy="6857999"/>
          </a:xfrm>
          <a:prstGeom prst="rect">
            <a:avLst/>
          </a:prstGeom>
          <a:solidFill>
            <a:srgbClr val="050D24">
              <a:alpha val="57647"/>
            </a:srgbClr>
          </a:solidFill>
        </p:spPr>
        <p:txBody>
          <a:bodyPr/>
          <a:lstStyle>
            <a:lvl1pPr>
              <a:defRPr>
                <a:noFill/>
              </a:defRPr>
            </a:lvl1pPr>
            <a:lvl2pPr>
              <a:defRPr>
                <a:noFill/>
              </a:defRPr>
            </a:lvl2pPr>
            <a:lvl3pPr>
              <a:defRPr>
                <a:noFill/>
              </a:defRPr>
            </a:lvl3pPr>
            <a:lvl4pPr>
              <a:defRPr>
                <a:noFill/>
              </a:defRPr>
            </a:lvl4pPr>
            <a:lvl5pPr>
              <a:defRPr>
                <a:noFill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">
            <a:extLst>
              <a:ext uri="{FF2B5EF4-FFF2-40B4-BE49-F238E27FC236}">
                <a16:creationId xmlns:a16="http://schemas.microsoft.com/office/drawing/2014/main" id="{44AC6934-5FBE-FCD3-D1F4-5F0671E877AB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r>
              <a:rPr lang="en-US" noProof="0" dirty="0"/>
              <a:t>November 2025</a:t>
            </a:r>
          </a:p>
        </p:txBody>
      </p:sp>
      <p:sp>
        <p:nvSpPr>
          <p:cNvPr id="6" name="SubTitle">
            <a:extLst>
              <a:ext uri="{FF2B5EF4-FFF2-40B4-BE49-F238E27FC236}">
                <a16:creationId xmlns:a16="http://schemas.microsoft.com/office/drawing/2014/main" id="{8721CA36-DC1A-9DA0-482B-013C59CEC0C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81000" y="3810000"/>
            <a:ext cx="11430000" cy="533400"/>
          </a:xfrm>
          <a:prstGeom prst="rect">
            <a:avLst/>
          </a:prstGeom>
        </p:spPr>
        <p:txBody>
          <a:bodyPr lIns="0" tIns="45720" rIns="0"/>
          <a:lstStyle>
            <a:lvl1pPr algn="l">
              <a:defRPr lang="en-US" dirty="0" smtClean="0"/>
            </a:lvl1pPr>
          </a:lstStyle>
          <a:p>
            <a:pPr lvl="0">
              <a:lnSpc>
                <a:spcPct val="100000"/>
              </a:lnSpc>
            </a:pPr>
            <a:r>
              <a:rPr lang="en-US" noProof="0"/>
              <a:t>Click to enter/edit subtitle text</a:t>
            </a:r>
          </a:p>
        </p:txBody>
      </p:sp>
      <p:sp>
        <p:nvSpPr>
          <p:cNvPr id="2" name="MainTitle">
            <a:extLst>
              <a:ext uri="{FF2B5EF4-FFF2-40B4-BE49-F238E27FC236}">
                <a16:creationId xmlns:a16="http://schemas.microsoft.com/office/drawing/2014/main" id="{32F4D80C-C221-F8D0-FC62-DDD4F8E7262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2438400"/>
            <a:ext cx="11430000" cy="1371600"/>
          </a:xfrm>
        </p:spPr>
        <p:txBody>
          <a:bodyPr/>
          <a:lstStyle/>
          <a:p>
            <a:r>
              <a:rPr lang="en-US" noProof="0"/>
              <a:t>Click to edit title</a:t>
            </a:r>
          </a:p>
        </p:txBody>
      </p:sp>
      <p:sp>
        <p:nvSpPr>
          <p:cNvPr id="5" name="Legal Line">
            <a:extLst>
              <a:ext uri="{FF2B5EF4-FFF2-40B4-BE49-F238E27FC236}">
                <a16:creationId xmlns:a16="http://schemas.microsoft.com/office/drawing/2014/main" id="{8F5AF9E9-1EA9-189A-D454-5A87BA7AE181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1828800" y="6324602"/>
            <a:ext cx="4114800" cy="304800"/>
          </a:xfrm>
        </p:spPr>
        <p:txBody>
          <a:bodyPr/>
          <a:lstStyle>
            <a:lvl1pPr>
              <a:defRPr b="0" i="0">
                <a:latin typeface="Arial" panose="020B0604020202020204" pitchFamily="34" charset="0"/>
              </a:defRPr>
            </a:lvl1pPr>
          </a:lstStyle>
          <a:p>
            <a:r>
              <a:rPr lang="en-US" noProof="0"/>
              <a:t>NTT DATA, Inc.</a:t>
            </a:r>
          </a:p>
        </p:txBody>
      </p:sp>
      <p:sp>
        <p:nvSpPr>
          <p:cNvPr id="7" name="InformationType">
            <a:extLst>
              <a:ext uri="{FF2B5EF4-FFF2-40B4-BE49-F238E27FC236}">
                <a16:creationId xmlns:a16="http://schemas.microsoft.com/office/drawing/2014/main" id="{51B77B86-8916-AB81-4396-509FE365167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982200" y="6324601"/>
            <a:ext cx="2065880" cy="304800"/>
          </a:xfrm>
          <a:prstGeom prst="rect">
            <a:avLst/>
          </a:prstGeom>
        </p:spPr>
        <p:txBody>
          <a:bodyPr anchor="ctr"/>
          <a:lstStyle>
            <a:lvl1pPr algn="ctr">
              <a:defRPr lang="en-US" sz="1200" b="0" i="0" kern="1200" dirty="0">
                <a:solidFill>
                  <a:schemeClr val="tx1">
                    <a:lumMod val="85000"/>
                  </a:schemeClr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US" noProof="0"/>
              <a:t>[Information Type]</a:t>
            </a:r>
          </a:p>
        </p:txBody>
      </p:sp>
      <p:sp>
        <p:nvSpPr>
          <p:cNvPr id="4" name="Picture Placeholder 4">
            <a:extLst>
              <a:ext uri="{FF2B5EF4-FFF2-40B4-BE49-F238E27FC236}">
                <a16:creationId xmlns:a16="http://schemas.microsoft.com/office/drawing/2014/main" id="{A0CD6D9D-8D6C-BE0D-BAC6-0180996D77BF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0" y="0"/>
            <a:ext cx="12192000" cy="6862482"/>
          </a:xfrm>
          <a:prstGeom prst="rect">
            <a:avLst/>
          </a:prstGeom>
          <a:noFill/>
        </p:spPr>
        <p:txBody>
          <a:bodyPr tIns="2743200" bIns="0" anchor="ctr"/>
          <a:lstStyle>
            <a:lvl1pPr marL="0" indent="0" algn="ctr">
              <a:buFontTx/>
              <a:buNone/>
              <a:defRPr sz="2400">
                <a:solidFill>
                  <a:schemeClr val="accent3"/>
                </a:solidFill>
                <a:latin typeface="+mn-lt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add image. Then Reorder: Send to back</a:t>
            </a:r>
          </a:p>
        </p:txBody>
      </p:sp>
      <p:sp>
        <p:nvSpPr>
          <p:cNvPr id="3" name="NTT DATA Global Logo" descr="NTT DATA Global Logo">
            <a:extLst>
              <a:ext uri="{FF2B5EF4-FFF2-40B4-BE49-F238E27FC236}">
                <a16:creationId xmlns:a16="http://schemas.microsoft.com/office/drawing/2014/main" id="{111A4B15-57F9-BE95-1E63-1DD7D499E26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5"/>
          </p:nvPr>
        </p:nvSpPr>
        <p:spPr bwMode="black">
          <a:xfrm>
            <a:off x="402336" y="320040"/>
            <a:ext cx="1959724" cy="400077"/>
          </a:xfrm>
          <a:prstGeom prst="rect">
            <a:avLst/>
          </a:prstGeom>
          <a:blipFill dpi="0" rotWithShape="1">
            <a:blip r:embed="rId2"/>
            <a:srcRect/>
            <a:stretch>
              <a:fillRect/>
            </a:stretch>
          </a:blipFill>
        </p:spPr>
        <p:txBody>
          <a:bodyPr wrap="none" lIns="0" tIns="0" rIns="0" bIns="0"/>
          <a:lstStyle>
            <a:lvl1pPr>
              <a:defRPr>
                <a:noFill/>
              </a:defRPr>
            </a:lvl1pPr>
            <a:lvl2pPr>
              <a:defRPr>
                <a:noFill/>
              </a:defRPr>
            </a:lvl2pPr>
            <a:lvl3pPr>
              <a:defRPr>
                <a:noFill/>
              </a:defRPr>
            </a:lvl3pPr>
            <a:lvl4pPr>
              <a:defRPr>
                <a:noFill/>
              </a:defRPr>
            </a:lvl4pPr>
            <a:lvl5pPr>
              <a:defRPr>
                <a:noFill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512730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Background, Full Innovation Curve on Lef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20">
            <a:extLst>
              <a:ext uri="{FF2B5EF4-FFF2-40B4-BE49-F238E27FC236}">
                <a16:creationId xmlns:a16="http://schemas.microsoft.com/office/drawing/2014/main" id="{4C066D7D-0D2A-E525-7A09-B865124FD30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0" y="3352800"/>
            <a:ext cx="12192000" cy="3505200"/>
          </a:xfrm>
          <a:prstGeom prst="rect">
            <a:avLst/>
          </a:prstGeom>
          <a:solidFill>
            <a:srgbClr val="050D24">
              <a:alpha val="57647"/>
            </a:srgbClr>
          </a:solidFill>
        </p:spPr>
        <p:txBody>
          <a:bodyPr/>
          <a:lstStyle>
            <a:lvl1pPr>
              <a:defRPr>
                <a:noFill/>
              </a:defRPr>
            </a:lvl1pPr>
            <a:lvl2pPr>
              <a:defRPr>
                <a:noFill/>
              </a:defRPr>
            </a:lvl2pPr>
            <a:lvl3pPr marL="914400" indent="0">
              <a:buNone/>
              <a:defRPr>
                <a:noFill/>
              </a:defRPr>
            </a:lvl3pPr>
            <a:lvl4pPr marL="1371600" indent="0">
              <a:buNone/>
              <a:defRPr>
                <a:noFill/>
              </a:defRPr>
            </a:lvl4pPr>
            <a:lvl5pPr marL="1828800" indent="0">
              <a:buNone/>
              <a:defRPr>
                <a:noFill/>
              </a:defRPr>
            </a:lvl5pPr>
          </a:lstStyle>
          <a:p>
            <a:pPr lvl="0"/>
            <a:endParaRPr lang="en-US" noProof="0"/>
          </a:p>
        </p:txBody>
      </p:sp>
      <p:sp>
        <p:nvSpPr>
          <p:cNvPr id="6" name="Picture Placeholder 4">
            <a:extLst>
              <a:ext uri="{FF2B5EF4-FFF2-40B4-BE49-F238E27FC236}">
                <a16:creationId xmlns:a16="http://schemas.microsoft.com/office/drawing/2014/main" id="{64ED725C-5701-90B3-92A2-BAE98517DD4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3352800"/>
            <a:ext cx="12192000" cy="3509682"/>
          </a:xfrm>
          <a:prstGeom prst="rect">
            <a:avLst/>
          </a:prstGeom>
          <a:solidFill>
            <a:schemeClr val="tx1">
              <a:lumMod val="65000"/>
            </a:schemeClr>
          </a:solidFill>
        </p:spPr>
        <p:txBody>
          <a:bodyPr lIns="0" tIns="0" rIns="0" bIns="0" anchor="ctr"/>
          <a:lstStyle>
            <a:lvl1pPr marL="0" indent="0" algn="ctr">
              <a:buFontTx/>
              <a:buNone/>
              <a:defRPr sz="2400">
                <a:solidFill>
                  <a:schemeClr val="tx2"/>
                </a:solidFill>
                <a:latin typeface="+mn-lt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add image.</a:t>
            </a:r>
            <a:br>
              <a:rPr lang="en-US"/>
            </a:br>
            <a:r>
              <a:rPr lang="en-US"/>
              <a:t>Then Reorder: Send to back</a:t>
            </a:r>
          </a:p>
        </p:txBody>
      </p:sp>
      <p:sp>
        <p:nvSpPr>
          <p:cNvPr id="2" name="Innovation Curve Over">
            <a:extLst>
              <a:ext uri="{FF2B5EF4-FFF2-40B4-BE49-F238E27FC236}">
                <a16:creationId xmlns:a16="http://schemas.microsoft.com/office/drawing/2014/main" id="{6CF4C396-FB7A-4611-B9A9-DD62A7F1A8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00574" y="3733800"/>
            <a:ext cx="2723626" cy="2743200"/>
          </a:xfrm>
          <a:prstGeom prst="rect">
            <a:avLst/>
          </a:pr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noFill/>
              </a:defRPr>
            </a:lvl1pPr>
            <a:lvl2pPr>
              <a:defRPr>
                <a:noFill/>
              </a:defRPr>
            </a:lvl2pPr>
            <a:lvl3pPr>
              <a:defRPr>
                <a:noFill/>
              </a:defRPr>
            </a:lvl3pPr>
            <a:lvl4pPr>
              <a:defRPr>
                <a:noFill/>
              </a:defRPr>
            </a:lvl4pPr>
            <a:lvl5pPr>
              <a:defRPr>
                <a:noFill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">
            <a:extLst>
              <a:ext uri="{FF2B5EF4-FFF2-40B4-BE49-F238E27FC236}">
                <a16:creationId xmlns:a16="http://schemas.microsoft.com/office/drawing/2014/main" id="{E3BAD1A6-AE36-4EC7-E8E9-E68CE84F0678}"/>
              </a:ext>
            </a:extLst>
          </p:cNvPr>
          <p:cNvSpPr>
            <a:spLocks noGrp="1"/>
          </p:cNvSpPr>
          <p:nvPr>
            <p:ph type="dt" sz="half" idx="18"/>
          </p:nvPr>
        </p:nvSpPr>
        <p:spPr>
          <a:xfrm>
            <a:off x="381000" y="3049200"/>
            <a:ext cx="1315720" cy="304800"/>
          </a:xfrm>
        </p:spPr>
        <p:txBody>
          <a:bodyPr/>
          <a:lstStyle/>
          <a:p>
            <a:r>
              <a:rPr lang="en-US" noProof="0" dirty="0"/>
              <a:t>November 2025</a:t>
            </a:r>
          </a:p>
        </p:txBody>
      </p:sp>
      <p:sp>
        <p:nvSpPr>
          <p:cNvPr id="9" name="SubTitle">
            <a:extLst>
              <a:ext uri="{FF2B5EF4-FFF2-40B4-BE49-F238E27FC236}">
                <a16:creationId xmlns:a16="http://schemas.microsoft.com/office/drawing/2014/main" id="{F84AF061-2BD7-B395-13B3-8F8BF417226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81000" y="2438400"/>
            <a:ext cx="11430000" cy="609600"/>
          </a:xfrm>
          <a:prstGeom prst="rect">
            <a:avLst/>
          </a:prstGeom>
        </p:spPr>
        <p:txBody>
          <a:bodyPr lIns="0" rIns="0"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noProof="0"/>
              <a:t>Click to enter the subtitle text</a:t>
            </a:r>
          </a:p>
        </p:txBody>
      </p:sp>
      <p:sp>
        <p:nvSpPr>
          <p:cNvPr id="7" name="MainTitle">
            <a:extLst>
              <a:ext uri="{FF2B5EF4-FFF2-40B4-BE49-F238E27FC236}">
                <a16:creationId xmlns:a16="http://schemas.microsoft.com/office/drawing/2014/main" id="{6B8D68FD-3EFC-86B8-83A6-942558B1B30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1066800"/>
            <a:ext cx="11430000" cy="1371600"/>
          </a:xfrm>
        </p:spPr>
        <p:txBody>
          <a:bodyPr/>
          <a:lstStyle/>
          <a:p>
            <a:r>
              <a:rPr lang="en-US" noProof="0"/>
              <a:t>Click to edit title</a:t>
            </a:r>
          </a:p>
        </p:txBody>
      </p:sp>
      <p:sp>
        <p:nvSpPr>
          <p:cNvPr id="8" name="Legal">
            <a:extLst>
              <a:ext uri="{FF2B5EF4-FFF2-40B4-BE49-F238E27FC236}">
                <a16:creationId xmlns:a16="http://schemas.microsoft.com/office/drawing/2014/main" id="{639E6271-C556-3CDE-4CA2-0E42C3B98DE9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>
          <a:xfrm>
            <a:off x="8382000" y="3049200"/>
            <a:ext cx="3429000" cy="304800"/>
          </a:xfrm>
        </p:spPr>
        <p:txBody>
          <a:bodyPr/>
          <a:lstStyle>
            <a:lvl1pPr algn="r">
              <a:defRPr b="0" i="0">
                <a:latin typeface="Arial" panose="020B0604020202020204" pitchFamily="34" charset="0"/>
              </a:defRPr>
            </a:lvl1pPr>
          </a:lstStyle>
          <a:p>
            <a:r>
              <a:rPr lang="en-US" noProof="0"/>
              <a:t>NTT DATA, Inc.</a:t>
            </a:r>
          </a:p>
        </p:txBody>
      </p:sp>
      <p:sp>
        <p:nvSpPr>
          <p:cNvPr id="4" name="InformationType">
            <a:extLst>
              <a:ext uri="{FF2B5EF4-FFF2-40B4-BE49-F238E27FC236}">
                <a16:creationId xmlns:a16="http://schemas.microsoft.com/office/drawing/2014/main" id="{C3DAC39C-CF8E-2F9C-ACD8-8D0BDB2310D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063060" y="3043518"/>
            <a:ext cx="2065880" cy="304800"/>
          </a:xfrm>
          <a:prstGeom prst="rect">
            <a:avLst/>
          </a:prstGeom>
        </p:spPr>
        <p:txBody>
          <a:bodyPr anchor="ctr"/>
          <a:lstStyle>
            <a:lvl1pPr algn="ctr">
              <a:defRPr lang="en-US" sz="1200" b="0" i="0" kern="1200" dirty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US" noProof="0"/>
              <a:t>[Information Type]</a:t>
            </a:r>
          </a:p>
        </p:txBody>
      </p:sp>
    </p:spTree>
    <p:extLst>
      <p:ext uri="{BB962C8B-B14F-4D97-AF65-F5344CB8AC3E}">
        <p14:creationId xmlns:p14="http://schemas.microsoft.com/office/powerpoint/2010/main" val="28034793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Background, Full Innovation Curve on Righ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20">
            <a:extLst>
              <a:ext uri="{FF2B5EF4-FFF2-40B4-BE49-F238E27FC236}">
                <a16:creationId xmlns:a16="http://schemas.microsoft.com/office/drawing/2014/main" id="{4C066D7D-0D2A-E525-7A09-B865124FD30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0" y="3352800"/>
            <a:ext cx="12192000" cy="3505200"/>
          </a:xfrm>
          <a:prstGeom prst="rect">
            <a:avLst/>
          </a:prstGeom>
          <a:solidFill>
            <a:srgbClr val="050D24">
              <a:alpha val="57647"/>
            </a:srgbClr>
          </a:solidFill>
        </p:spPr>
        <p:txBody>
          <a:bodyPr/>
          <a:lstStyle>
            <a:lvl1pPr>
              <a:defRPr>
                <a:noFill/>
              </a:defRPr>
            </a:lvl1pPr>
            <a:lvl2pPr>
              <a:defRPr>
                <a:noFill/>
              </a:defRPr>
            </a:lvl2pPr>
            <a:lvl3pPr marL="914400" indent="0">
              <a:buNone/>
              <a:defRPr>
                <a:noFill/>
              </a:defRPr>
            </a:lvl3pPr>
            <a:lvl4pPr marL="1371600" indent="0">
              <a:buNone/>
              <a:defRPr>
                <a:noFill/>
              </a:defRPr>
            </a:lvl4pPr>
            <a:lvl5pPr marL="1828800" indent="0">
              <a:buNone/>
              <a:defRPr>
                <a:noFill/>
              </a:defRPr>
            </a:lvl5pPr>
          </a:lstStyle>
          <a:p>
            <a:pPr lvl="0"/>
            <a:endParaRPr lang="en-US"/>
          </a:p>
        </p:txBody>
      </p:sp>
      <p:sp>
        <p:nvSpPr>
          <p:cNvPr id="6" name="Picture Placeholder 4">
            <a:extLst>
              <a:ext uri="{FF2B5EF4-FFF2-40B4-BE49-F238E27FC236}">
                <a16:creationId xmlns:a16="http://schemas.microsoft.com/office/drawing/2014/main" id="{64ED725C-5701-90B3-92A2-BAE98517DD4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3352800"/>
            <a:ext cx="12192000" cy="3509682"/>
          </a:xfrm>
          <a:prstGeom prst="rect">
            <a:avLst/>
          </a:prstGeom>
          <a:solidFill>
            <a:schemeClr val="tx1">
              <a:lumMod val="65000"/>
            </a:schemeClr>
          </a:solidFill>
        </p:spPr>
        <p:txBody>
          <a:bodyPr lIns="0" tIns="0" rIns="0" bIns="0" anchor="ctr"/>
          <a:lstStyle>
            <a:lvl1pPr marL="0" indent="0" algn="ctr">
              <a:buFontTx/>
              <a:buNone/>
              <a:defRPr sz="2400">
                <a:solidFill>
                  <a:schemeClr val="tx2"/>
                </a:solidFill>
                <a:latin typeface="+mn-lt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add image.</a:t>
            </a:r>
            <a:br>
              <a:rPr lang="en-US"/>
            </a:br>
            <a:r>
              <a:rPr lang="en-US"/>
              <a:t>Then Reorder: Send to back</a:t>
            </a:r>
          </a:p>
        </p:txBody>
      </p:sp>
      <p:sp>
        <p:nvSpPr>
          <p:cNvPr id="2" name="Innovation Curve Over">
            <a:extLst>
              <a:ext uri="{FF2B5EF4-FFF2-40B4-BE49-F238E27FC236}">
                <a16:creationId xmlns:a16="http://schemas.microsoft.com/office/drawing/2014/main" id="{9B37F7D8-7643-FEC4-6844-838554ED4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067800" y="3733800"/>
            <a:ext cx="2741663" cy="2743200"/>
          </a:xfrm>
          <a:prstGeom prst="rect">
            <a:avLst/>
          </a:pr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noFill/>
              </a:defRPr>
            </a:lvl1pPr>
            <a:lvl2pPr>
              <a:defRPr>
                <a:noFill/>
              </a:defRPr>
            </a:lvl2pPr>
            <a:lvl3pPr>
              <a:defRPr>
                <a:noFill/>
              </a:defRPr>
            </a:lvl3pPr>
            <a:lvl4pPr>
              <a:defRPr>
                <a:noFill/>
              </a:defRPr>
            </a:lvl4pPr>
            <a:lvl5pPr>
              <a:defRPr>
                <a:noFill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">
            <a:extLst>
              <a:ext uri="{FF2B5EF4-FFF2-40B4-BE49-F238E27FC236}">
                <a16:creationId xmlns:a16="http://schemas.microsoft.com/office/drawing/2014/main" id="{FFBA20BF-6E67-EA95-53B0-F188DED3EBCD}"/>
              </a:ext>
            </a:extLst>
          </p:cNvPr>
          <p:cNvSpPr>
            <a:spLocks noGrp="1"/>
          </p:cNvSpPr>
          <p:nvPr>
            <p:ph type="dt" sz="half" idx="18"/>
          </p:nvPr>
        </p:nvSpPr>
        <p:spPr>
          <a:xfrm>
            <a:off x="381000" y="3049200"/>
            <a:ext cx="1315720" cy="304800"/>
          </a:xfrm>
        </p:spPr>
        <p:txBody>
          <a:bodyPr/>
          <a:lstStyle/>
          <a:p>
            <a:r>
              <a:rPr lang="en-US" noProof="0" dirty="0"/>
              <a:t>November 2025</a:t>
            </a:r>
          </a:p>
        </p:txBody>
      </p:sp>
      <p:sp>
        <p:nvSpPr>
          <p:cNvPr id="9" name="SubTitle">
            <a:extLst>
              <a:ext uri="{FF2B5EF4-FFF2-40B4-BE49-F238E27FC236}">
                <a16:creationId xmlns:a16="http://schemas.microsoft.com/office/drawing/2014/main" id="{F84AF061-2BD7-B395-13B3-8F8BF417226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81000" y="2438400"/>
            <a:ext cx="11430000" cy="609600"/>
          </a:xfrm>
          <a:prstGeom prst="rect">
            <a:avLst/>
          </a:prstGeom>
        </p:spPr>
        <p:txBody>
          <a:bodyPr lIns="0" rIns="0"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noProof="0"/>
              <a:t>Click to enter the subtitle text</a:t>
            </a:r>
          </a:p>
        </p:txBody>
      </p:sp>
      <p:sp>
        <p:nvSpPr>
          <p:cNvPr id="7" name="MainTitle">
            <a:extLst>
              <a:ext uri="{FF2B5EF4-FFF2-40B4-BE49-F238E27FC236}">
                <a16:creationId xmlns:a16="http://schemas.microsoft.com/office/drawing/2014/main" id="{ABB14F8B-3974-9BD2-A151-F10E66DC4D8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1066800"/>
            <a:ext cx="11430000" cy="1371600"/>
          </a:xfrm>
        </p:spPr>
        <p:txBody>
          <a:bodyPr/>
          <a:lstStyle/>
          <a:p>
            <a:r>
              <a:rPr lang="en-US" noProof="0"/>
              <a:t>Click to edit title</a:t>
            </a:r>
          </a:p>
        </p:txBody>
      </p:sp>
      <p:sp>
        <p:nvSpPr>
          <p:cNvPr id="8" name="Legal">
            <a:extLst>
              <a:ext uri="{FF2B5EF4-FFF2-40B4-BE49-F238E27FC236}">
                <a16:creationId xmlns:a16="http://schemas.microsoft.com/office/drawing/2014/main" id="{1D3E7B21-42CE-65FE-E9DB-ABE96BDEB78F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>
          <a:xfrm>
            <a:off x="8458200" y="3049200"/>
            <a:ext cx="3352800" cy="304800"/>
          </a:xfrm>
        </p:spPr>
        <p:txBody>
          <a:bodyPr/>
          <a:lstStyle>
            <a:lvl1pPr algn="r">
              <a:defRPr b="0" i="0">
                <a:latin typeface="Arial" panose="020B0604020202020204" pitchFamily="34" charset="0"/>
              </a:defRPr>
            </a:lvl1pPr>
          </a:lstStyle>
          <a:p>
            <a:r>
              <a:rPr lang="en-US" noProof="0"/>
              <a:t>NTT DATA, Inc.</a:t>
            </a:r>
          </a:p>
        </p:txBody>
      </p:sp>
      <p:sp>
        <p:nvSpPr>
          <p:cNvPr id="4" name="InformationType">
            <a:extLst>
              <a:ext uri="{FF2B5EF4-FFF2-40B4-BE49-F238E27FC236}">
                <a16:creationId xmlns:a16="http://schemas.microsoft.com/office/drawing/2014/main" id="{0D1C59CF-9752-86EF-EC48-38D7153FEE2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063060" y="3048000"/>
            <a:ext cx="2065880" cy="300318"/>
          </a:xfrm>
          <a:prstGeom prst="rect">
            <a:avLst/>
          </a:prstGeom>
        </p:spPr>
        <p:txBody>
          <a:bodyPr anchor="ctr"/>
          <a:lstStyle>
            <a:lvl1pPr algn="ctr">
              <a:defRPr lang="en-US" sz="1200" b="0" i="0" kern="1200" dirty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US" noProof="0"/>
              <a:t>[Information Type]</a:t>
            </a:r>
          </a:p>
        </p:txBody>
      </p:sp>
    </p:spTree>
    <p:extLst>
      <p:ext uri="{BB962C8B-B14F-4D97-AF65-F5344CB8AC3E}">
        <p14:creationId xmlns:p14="http://schemas.microsoft.com/office/powerpoint/2010/main" val="18418800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Innovation Curv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nnovation Curve">
            <a:extLst>
              <a:ext uri="{FF2B5EF4-FFF2-40B4-BE49-F238E27FC236}">
                <a16:creationId xmlns:a16="http://schemas.microsoft.com/office/drawing/2014/main" id="{C712B74A-36F0-0700-021B-0E4D577E1C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 cstate="screen">
            <a:alphaModFix amt="3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34000" y="-14748"/>
            <a:ext cx="6872748" cy="6872748"/>
          </a:xfrm>
          <a:prstGeom prst="rect">
            <a:avLst/>
          </a:prstGeom>
        </p:spPr>
      </p:pic>
      <p:sp>
        <p:nvSpPr>
          <p:cNvPr id="8" name="Date">
            <a:extLst>
              <a:ext uri="{FF2B5EF4-FFF2-40B4-BE49-F238E27FC236}">
                <a16:creationId xmlns:a16="http://schemas.microsoft.com/office/drawing/2014/main" id="{DDABABA1-E6FD-0810-F91F-B59773C327E3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en-US" noProof="0" dirty="0"/>
              <a:t>November 2025</a:t>
            </a:r>
          </a:p>
        </p:txBody>
      </p:sp>
      <p:sp>
        <p:nvSpPr>
          <p:cNvPr id="6" name="SubTitle">
            <a:extLst>
              <a:ext uri="{FF2B5EF4-FFF2-40B4-BE49-F238E27FC236}">
                <a16:creationId xmlns:a16="http://schemas.microsoft.com/office/drawing/2014/main" id="{86B654ED-CDF8-5D36-81AA-B53B42C4A6D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0999" y="3810000"/>
            <a:ext cx="4800599" cy="533400"/>
          </a:xfrm>
          <a:prstGeom prst="rect">
            <a:avLst/>
          </a:prstGeom>
        </p:spPr>
        <p:txBody>
          <a:bodyPr lIns="0" tIns="45720" rIns="0"/>
          <a:lstStyle>
            <a:lvl1pPr>
              <a:defRPr lang="en-US" dirty="0" smtClean="0">
                <a:solidFill>
                  <a:schemeClr val="bg1"/>
                </a:solidFill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 noProof="0"/>
              <a:t>Click to enter/edit subtitle text</a:t>
            </a:r>
          </a:p>
        </p:txBody>
      </p:sp>
      <p:sp>
        <p:nvSpPr>
          <p:cNvPr id="2" name="MainTitle">
            <a:extLst>
              <a:ext uri="{FF2B5EF4-FFF2-40B4-BE49-F238E27FC236}">
                <a16:creationId xmlns:a16="http://schemas.microsoft.com/office/drawing/2014/main" id="{626D85F8-5C60-55E8-F695-C83691B0D46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2438400"/>
            <a:ext cx="4800600" cy="1371600"/>
          </a:xfrm>
        </p:spPr>
        <p:txBody>
          <a:bodyPr/>
          <a:lstStyle>
            <a:lvl1pPr>
              <a:defRPr/>
            </a:lvl1pPr>
          </a:lstStyle>
          <a:p>
            <a:r>
              <a:rPr lang="en-US" noProof="0"/>
              <a:t>Click to edit title</a:t>
            </a:r>
          </a:p>
        </p:txBody>
      </p:sp>
      <p:sp>
        <p:nvSpPr>
          <p:cNvPr id="9" name="Legal">
            <a:extLst>
              <a:ext uri="{FF2B5EF4-FFF2-40B4-BE49-F238E27FC236}">
                <a16:creationId xmlns:a16="http://schemas.microsoft.com/office/drawing/2014/main" id="{59D0528C-EBEB-7766-EC68-F3FD0FB31044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1828800" y="6324602"/>
            <a:ext cx="4114800" cy="30480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rial" panose="020B0604020202020204" pitchFamily="34" charset="0"/>
              </a:defRPr>
            </a:lvl1pPr>
          </a:lstStyle>
          <a:p>
            <a:r>
              <a:rPr lang="en-US" noProof="0"/>
              <a:t>NTT DATA, Inc.</a:t>
            </a:r>
          </a:p>
        </p:txBody>
      </p:sp>
      <p:sp>
        <p:nvSpPr>
          <p:cNvPr id="5" name="InformationType">
            <a:extLst>
              <a:ext uri="{FF2B5EF4-FFF2-40B4-BE49-F238E27FC236}">
                <a16:creationId xmlns:a16="http://schemas.microsoft.com/office/drawing/2014/main" id="{2A64F12B-7C56-4867-F7B8-403863A6133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982200" y="6324601"/>
            <a:ext cx="2065880" cy="304800"/>
          </a:xfrm>
          <a:prstGeom prst="rect">
            <a:avLst/>
          </a:prstGeom>
        </p:spPr>
        <p:txBody>
          <a:bodyPr anchor="ctr"/>
          <a:lstStyle>
            <a:lvl1pPr algn="ctr">
              <a:defRPr lang="en-US" sz="1200" b="0" i="0" kern="1200" dirty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US" noProof="0"/>
              <a:t>[Information Type]</a:t>
            </a:r>
          </a:p>
        </p:txBody>
      </p:sp>
    </p:spTree>
    <p:extLst>
      <p:ext uri="{BB962C8B-B14F-4D97-AF65-F5344CB8AC3E}">
        <p14:creationId xmlns:p14="http://schemas.microsoft.com/office/powerpoint/2010/main" val="25235072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rtial Innovation Curv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nnovation Curve">
            <a:extLst>
              <a:ext uri="{FF2B5EF4-FFF2-40B4-BE49-F238E27FC236}">
                <a16:creationId xmlns:a16="http://schemas.microsoft.com/office/drawing/2014/main" id="{8C3B28B6-8B9E-C21F-EA6E-AA24B02D80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 cstate="screen">
            <a:alphaModFix amt="2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16952" y="0"/>
            <a:ext cx="4602549" cy="6876288"/>
          </a:xfrm>
          <a:prstGeom prst="rect">
            <a:avLst/>
          </a:prstGeom>
        </p:spPr>
      </p:pic>
      <p:sp>
        <p:nvSpPr>
          <p:cNvPr id="6" name="Date">
            <a:extLst>
              <a:ext uri="{FF2B5EF4-FFF2-40B4-BE49-F238E27FC236}">
                <a16:creationId xmlns:a16="http://schemas.microsoft.com/office/drawing/2014/main" id="{E681E2B2-C4FC-8ABD-155D-84D4AF640CBB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en-US" noProof="0" dirty="0"/>
              <a:t>November 2025</a:t>
            </a:r>
          </a:p>
        </p:txBody>
      </p:sp>
      <p:sp>
        <p:nvSpPr>
          <p:cNvPr id="5" name="SubTitle">
            <a:extLst>
              <a:ext uri="{FF2B5EF4-FFF2-40B4-BE49-F238E27FC236}">
                <a16:creationId xmlns:a16="http://schemas.microsoft.com/office/drawing/2014/main" id="{2BB498D8-977D-85C2-F8A1-6E0E81414FA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0999" y="3810000"/>
            <a:ext cx="6934199" cy="533400"/>
          </a:xfrm>
          <a:prstGeom prst="rect">
            <a:avLst/>
          </a:prstGeom>
        </p:spPr>
        <p:txBody>
          <a:bodyPr lIns="0" tIns="45720" rIns="0"/>
          <a:lstStyle>
            <a:lvl1pPr>
              <a:defRPr lang="en-US" dirty="0" smtClean="0">
                <a:solidFill>
                  <a:schemeClr val="bg1"/>
                </a:solidFill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 noProof="0"/>
              <a:t>Click to enter/edit subtitle text</a:t>
            </a:r>
          </a:p>
        </p:txBody>
      </p:sp>
      <p:sp>
        <p:nvSpPr>
          <p:cNvPr id="2" name="MainTitle">
            <a:extLst>
              <a:ext uri="{FF2B5EF4-FFF2-40B4-BE49-F238E27FC236}">
                <a16:creationId xmlns:a16="http://schemas.microsoft.com/office/drawing/2014/main" id="{ACBC0284-F137-DEED-F200-AA1951BACBC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2438400"/>
            <a:ext cx="6934200" cy="1371600"/>
          </a:xfrm>
        </p:spPr>
        <p:txBody>
          <a:bodyPr/>
          <a:lstStyle/>
          <a:p>
            <a:r>
              <a:rPr lang="en-US" noProof="0"/>
              <a:t>Click to edit title</a:t>
            </a:r>
          </a:p>
        </p:txBody>
      </p:sp>
      <p:sp>
        <p:nvSpPr>
          <p:cNvPr id="7" name="Legal">
            <a:extLst>
              <a:ext uri="{FF2B5EF4-FFF2-40B4-BE49-F238E27FC236}">
                <a16:creationId xmlns:a16="http://schemas.microsoft.com/office/drawing/2014/main" id="{28431C58-D4D1-9B6E-6814-5BC0AD9AC28C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1828800" y="6324602"/>
            <a:ext cx="4114800" cy="30480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rial" panose="020B0604020202020204" pitchFamily="34" charset="0"/>
              </a:defRPr>
            </a:lvl1pPr>
          </a:lstStyle>
          <a:p>
            <a:r>
              <a:rPr lang="en-US" noProof="0"/>
              <a:t>NTT DATA, Inc.</a:t>
            </a:r>
          </a:p>
        </p:txBody>
      </p:sp>
      <p:sp>
        <p:nvSpPr>
          <p:cNvPr id="4" name="InformationType">
            <a:extLst>
              <a:ext uri="{FF2B5EF4-FFF2-40B4-BE49-F238E27FC236}">
                <a16:creationId xmlns:a16="http://schemas.microsoft.com/office/drawing/2014/main" id="{3C177BD4-DCE1-A5B4-1CF2-D4D5631D72E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982200" y="6324601"/>
            <a:ext cx="2065880" cy="304800"/>
          </a:xfrm>
          <a:prstGeom prst="rect">
            <a:avLst/>
          </a:prstGeom>
        </p:spPr>
        <p:txBody>
          <a:bodyPr anchor="ctr"/>
          <a:lstStyle>
            <a:lvl1pPr algn="ctr">
              <a:defRPr lang="en-US" sz="1200" b="0" i="0" kern="1200" dirty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US" noProof="0"/>
              <a:t>[Information Type]</a:t>
            </a:r>
          </a:p>
        </p:txBody>
      </p:sp>
    </p:spTree>
    <p:extLst>
      <p:ext uri="{BB962C8B-B14F-4D97-AF65-F5344CB8AC3E}">
        <p14:creationId xmlns:p14="http://schemas.microsoft.com/office/powerpoint/2010/main" val="9732122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o Innovation Curv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">
            <a:extLst>
              <a:ext uri="{FF2B5EF4-FFF2-40B4-BE49-F238E27FC236}">
                <a16:creationId xmlns:a16="http://schemas.microsoft.com/office/drawing/2014/main" id="{2A174848-155F-5398-089A-999EEC47654B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en-US" noProof="0" dirty="0"/>
              <a:t>November 2025</a:t>
            </a:r>
          </a:p>
        </p:txBody>
      </p:sp>
      <p:sp>
        <p:nvSpPr>
          <p:cNvPr id="5" name="SubTitle">
            <a:extLst>
              <a:ext uri="{FF2B5EF4-FFF2-40B4-BE49-F238E27FC236}">
                <a16:creationId xmlns:a16="http://schemas.microsoft.com/office/drawing/2014/main" id="{87859DFE-8CF4-4F3D-0EEA-A79E94194C0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000" y="3810000"/>
            <a:ext cx="11430000" cy="533400"/>
          </a:xfrm>
          <a:prstGeom prst="rect">
            <a:avLst/>
          </a:prstGeom>
        </p:spPr>
        <p:txBody>
          <a:bodyPr lIns="0" tIns="45720" rIns="0"/>
          <a:lstStyle>
            <a:lvl1pPr>
              <a:defRPr lang="en-US" dirty="0" smtClean="0">
                <a:solidFill>
                  <a:schemeClr val="bg1"/>
                </a:solidFill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 noProof="0"/>
              <a:t>Click to enter/edit subtitle text</a:t>
            </a:r>
          </a:p>
        </p:txBody>
      </p:sp>
      <p:sp>
        <p:nvSpPr>
          <p:cNvPr id="2" name="MainTitle">
            <a:extLst>
              <a:ext uri="{FF2B5EF4-FFF2-40B4-BE49-F238E27FC236}">
                <a16:creationId xmlns:a16="http://schemas.microsoft.com/office/drawing/2014/main" id="{C2B27E61-CB09-FCF3-5814-3387DC26542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2438400"/>
            <a:ext cx="11430000" cy="1371600"/>
          </a:xfrm>
        </p:spPr>
        <p:txBody>
          <a:bodyPr/>
          <a:lstStyle/>
          <a:p>
            <a:r>
              <a:rPr lang="en-US" noProof="0"/>
              <a:t>Click to edit title</a:t>
            </a:r>
          </a:p>
        </p:txBody>
      </p:sp>
      <p:sp>
        <p:nvSpPr>
          <p:cNvPr id="7" name="Legal">
            <a:extLst>
              <a:ext uri="{FF2B5EF4-FFF2-40B4-BE49-F238E27FC236}">
                <a16:creationId xmlns:a16="http://schemas.microsoft.com/office/drawing/2014/main" id="{CAF6B9DB-A1D8-50E6-B765-048745E86E8E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1828800" y="6324602"/>
            <a:ext cx="4114800" cy="30480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rial" panose="020B0604020202020204" pitchFamily="34" charset="0"/>
              </a:defRPr>
            </a:lvl1pPr>
          </a:lstStyle>
          <a:p>
            <a:r>
              <a:rPr lang="en-US" noProof="0"/>
              <a:t>NTT DATA, Inc.</a:t>
            </a:r>
          </a:p>
        </p:txBody>
      </p:sp>
      <p:sp>
        <p:nvSpPr>
          <p:cNvPr id="6" name="InformationType">
            <a:extLst>
              <a:ext uri="{FF2B5EF4-FFF2-40B4-BE49-F238E27FC236}">
                <a16:creationId xmlns:a16="http://schemas.microsoft.com/office/drawing/2014/main" id="{66374441-1B2C-85EC-9CC0-86A9446AE78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982200" y="6324601"/>
            <a:ext cx="2065880" cy="304800"/>
          </a:xfrm>
          <a:prstGeom prst="rect">
            <a:avLst/>
          </a:prstGeom>
        </p:spPr>
        <p:txBody>
          <a:bodyPr anchor="ctr"/>
          <a:lstStyle>
            <a:lvl1pPr algn="ctr">
              <a:defRPr lang="en-US" sz="1200" b="0" i="0" kern="1200" dirty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US" noProof="0"/>
              <a:t>[Information Type]</a:t>
            </a:r>
          </a:p>
        </p:txBody>
      </p:sp>
    </p:spTree>
    <p:extLst>
      <p:ext uri="{BB962C8B-B14F-4D97-AF65-F5344CB8AC3E}">
        <p14:creationId xmlns:p14="http://schemas.microsoft.com/office/powerpoint/2010/main" val="22123583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49224E-6D9A-F20A-E95C-3BD86FD1C3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0" tIns="45720" rIns="0" bIns="45720" rtlCol="0" anchor="t">
            <a:noAutofit/>
          </a:bodyPr>
          <a:lstStyle>
            <a:lvl1pPr>
              <a:defRPr lang="en-US"/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5D3C075-3634-BEB1-AB31-623AD293F0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November 2025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5657D48-2016-6562-8C30-A2CF18ED17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NTT DATA, Inc.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1B9585-B814-96B8-821F-CFBD1EE52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60D39823-8059-4D49-BD26-6D32C31B8621}" type="slidenum">
              <a:rPr lang="en-US" smtClean="0"/>
              <a:pPr algn="ctr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3937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1 Column Body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41A231-5EDC-C1A1-4ABB-BC6DA52F4E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0" tIns="45720" rIns="0" bIns="45720" rtlCol="0" anchor="t">
            <a:noAutofit/>
          </a:bodyPr>
          <a:lstStyle>
            <a:lvl1pPr>
              <a:defRPr lang="en-US"/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C224402-4AF5-E408-D3B7-C911837118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November 2025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EDB1DA6-2C96-66B0-2A4C-85DA505854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NTT DATA, Inc.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2979F26-3C27-4303-6B8D-77E75E5329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60D39823-8059-4D49-BD26-6D32C31B8621}" type="slidenum">
              <a:rPr lang="en-US" smtClean="0"/>
              <a:pPr algn="ctr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D21A092-B787-801E-8664-20954CF6809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81000" y="1371600"/>
            <a:ext cx="11430000" cy="4876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114367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lumn Body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066817-B6CF-A2DE-966F-DB9281D305B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81000" y="1371600"/>
            <a:ext cx="5562600" cy="4876800"/>
          </a:xfr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7829AD-F282-6D19-1BDE-62A372EE46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48400" y="1371600"/>
            <a:ext cx="5562600" cy="4876800"/>
          </a:xfr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DCFB687-132C-1CA9-8A9A-779EFBBCE8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0" tIns="45720" rIns="0" bIns="45720" rtlCol="0" anchor="t">
            <a:noAutofit/>
          </a:bodyPr>
          <a:lstStyle>
            <a:lvl1pPr>
              <a:defRPr lang="en-US"/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79F7A9-35D1-1344-0A60-0E8C3F562C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November 2025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E9646E-BBCC-2CA0-9416-FFBF3870D6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71600" y="6400800"/>
            <a:ext cx="4114800" cy="3048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NTT DATA, Inc.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FA3CBC-D481-CBC2-5EFC-A4CAE0345F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ctr">
              <a:defRPr/>
            </a:lvl1pPr>
          </a:lstStyle>
          <a:p>
            <a:fld id="{60D39823-8059-4D49-BD26-6D32C31B862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66819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3 Column Body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066817-B6CF-A2DE-966F-DB9281D305B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81000" y="1371600"/>
            <a:ext cx="3657600" cy="4876800"/>
          </a:xfr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7829AD-F282-6D19-1BDE-62A372EE46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267200" y="1371600"/>
            <a:ext cx="3657600" cy="4876800"/>
          </a:xfr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3BCA8BAD-045F-5449-26C8-1CC7E5D921AD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8153400" y="1371600"/>
            <a:ext cx="3657600" cy="4876800"/>
          </a:xfr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DCFB687-132C-1CA9-8A9A-779EFBBCE8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0" tIns="45720" rIns="0" bIns="45720" rtlCol="0" anchor="t">
            <a:noAutofit/>
          </a:bodyPr>
          <a:lstStyle>
            <a:lvl1pPr>
              <a:defRPr lang="en-US"/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79F7A9-35D1-1344-0A60-0E8C3F562C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November 2025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E9646E-BBCC-2CA0-9416-FFBF3870D6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71600" y="6400800"/>
            <a:ext cx="4114800" cy="3048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NTT DATA, Inc.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FA3CBC-D481-CBC2-5EFC-A4CAE0345F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ctr">
              <a:defRPr/>
            </a:lvl1pPr>
          </a:lstStyle>
          <a:p>
            <a:fld id="{60D39823-8059-4D49-BD26-6D32C31B862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573887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5EA9222-DBBF-5953-8E15-DA10C04897E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1000" y="838200"/>
            <a:ext cx="11430000" cy="685800"/>
          </a:xfrm>
        </p:spPr>
        <p:txBody>
          <a:bodyPr>
            <a:noAutofit/>
          </a:bodyPr>
          <a:lstStyle>
            <a:lvl1pPr marL="0" indent="0">
              <a:buNone/>
              <a:defRPr lang="en-US" sz="2000" kern="1200" dirty="0" smtClean="0">
                <a:solidFill>
                  <a:schemeClr val="bg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062DF17-A1AB-7E8D-EC34-3A4A87B7B9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0" tIns="45720" rIns="0" bIns="45720" rtlCol="0" anchor="t">
            <a:noAutofit/>
          </a:bodyPr>
          <a:lstStyle>
            <a:lvl1pPr>
              <a:defRPr lang="en-US"/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B3B26C9-4CC7-EA8C-EBD1-615FCBB4A9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November 2025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3161E99-54BE-C3A5-B54E-49B9C7224B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NTT DATA, Inc.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16319C-85FE-4494-FC99-C4DE72E7B9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60D39823-8059-4D49-BD26-6D32C31B8621}" type="slidenum">
              <a:rPr lang="en-US" smtClean="0"/>
              <a:pPr algn="ctr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783320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, 1 Column Body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5EA9222-DBBF-5953-8E15-DA10C04897E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1000" y="838200"/>
            <a:ext cx="11430000" cy="685800"/>
          </a:xfrm>
        </p:spPr>
        <p:txBody>
          <a:bodyPr>
            <a:noAutofit/>
          </a:bodyPr>
          <a:lstStyle>
            <a:lvl1pPr marL="0" indent="0">
              <a:buNone/>
              <a:defRPr lang="en-US" sz="2000" kern="1200" dirty="0" smtClean="0">
                <a:solidFill>
                  <a:schemeClr val="bg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062DF17-A1AB-7E8D-EC34-3A4A87B7B9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0" tIns="45720" rIns="0" bIns="45720" rtlCol="0" anchor="t">
            <a:noAutofit/>
          </a:bodyPr>
          <a:lstStyle>
            <a:lvl1pPr>
              <a:defRPr lang="en-US"/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B3B26C9-4CC7-EA8C-EBD1-615FCBB4A9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November 2025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3161E99-54BE-C3A5-B54E-49B9C7224B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NTT DATA, Inc.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16319C-85FE-4494-FC99-C4DE72E7B9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60D39823-8059-4D49-BD26-6D32C31B8621}" type="slidenum">
              <a:rPr lang="en-US" smtClean="0"/>
              <a:pPr algn="ctr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5568FE96-3E29-F907-5227-E6C308DA183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81000" y="1676400"/>
            <a:ext cx="11430000" cy="4572000"/>
          </a:xfr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5326827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, 2 Column Body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5EA9222-DBBF-5953-8E15-DA10C04897E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1000" y="838200"/>
            <a:ext cx="11430000" cy="685800"/>
          </a:xfrm>
        </p:spPr>
        <p:txBody>
          <a:bodyPr>
            <a:noAutofit/>
          </a:bodyPr>
          <a:lstStyle>
            <a:lvl1pPr marL="0" indent="0">
              <a:buNone/>
              <a:defRPr lang="en-US" sz="2000" kern="1200" dirty="0" smtClean="0">
                <a:solidFill>
                  <a:schemeClr val="bg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062DF17-A1AB-7E8D-EC34-3A4A87B7B9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0" tIns="45720" rIns="0" bIns="45720" rtlCol="0" anchor="t">
            <a:noAutofit/>
          </a:bodyPr>
          <a:lstStyle>
            <a:lvl1pPr>
              <a:defRPr lang="en-US"/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B3B26C9-4CC7-EA8C-EBD1-615FCBB4A9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November 2025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3161E99-54BE-C3A5-B54E-49B9C7224B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NTT DATA, Inc.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16319C-85FE-4494-FC99-C4DE72E7B9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60D39823-8059-4D49-BD26-6D32C31B8621}" type="slidenum">
              <a:rPr lang="en-US" smtClean="0"/>
              <a:pPr algn="ctr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5568FE96-3E29-F907-5227-E6C308DA183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81000" y="1676400"/>
            <a:ext cx="5562600" cy="4572000"/>
          </a:xfr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7">
            <a:extLst>
              <a:ext uri="{FF2B5EF4-FFF2-40B4-BE49-F238E27FC236}">
                <a16:creationId xmlns:a16="http://schemas.microsoft.com/office/drawing/2014/main" id="{E71A1A39-1496-229F-4AC6-886D7CFB5B2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248400" y="1676400"/>
            <a:ext cx="5562600" cy="4572000"/>
          </a:xfr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9304525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, 3 Column Body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5568FE96-3E29-F907-5227-E6C308DA183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81000" y="1676400"/>
            <a:ext cx="3657600" cy="4572000"/>
          </a:xfr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7">
            <a:extLst>
              <a:ext uri="{FF2B5EF4-FFF2-40B4-BE49-F238E27FC236}">
                <a16:creationId xmlns:a16="http://schemas.microsoft.com/office/drawing/2014/main" id="{E71A1A39-1496-229F-4AC6-886D7CFB5B2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267200" y="1676400"/>
            <a:ext cx="3657600" cy="4572000"/>
          </a:xfr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ontent Placeholder 7">
            <a:extLst>
              <a:ext uri="{FF2B5EF4-FFF2-40B4-BE49-F238E27FC236}">
                <a16:creationId xmlns:a16="http://schemas.microsoft.com/office/drawing/2014/main" id="{ADFD2628-F803-8221-12EB-7198D350225D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8153400" y="1676400"/>
            <a:ext cx="3657600" cy="4572000"/>
          </a:xfr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5EA9222-DBBF-5953-8E15-DA10C04897E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1000" y="838200"/>
            <a:ext cx="11430000" cy="685800"/>
          </a:xfrm>
        </p:spPr>
        <p:txBody>
          <a:bodyPr>
            <a:noAutofit/>
          </a:bodyPr>
          <a:lstStyle>
            <a:lvl1pPr marL="0" indent="0">
              <a:buNone/>
              <a:defRPr lang="en-US" sz="2000" kern="1200" dirty="0" smtClean="0">
                <a:solidFill>
                  <a:schemeClr val="bg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062DF17-A1AB-7E8D-EC34-3A4A87B7B9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0" tIns="45720" rIns="0" bIns="45720" rtlCol="0" anchor="t">
            <a:noAutofit/>
          </a:bodyPr>
          <a:lstStyle>
            <a:lvl1pPr>
              <a:defRPr lang="en-US"/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B3B26C9-4CC7-EA8C-EBD1-615FCBB4A9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November 2025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3161E99-54BE-C3A5-B54E-49B9C7224B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NTT DATA, Inc.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16319C-85FE-4494-FC99-C4DE72E7B9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60D39823-8059-4D49-BD26-6D32C31B8621}" type="slidenum">
              <a:rPr lang="en-US" smtClean="0"/>
              <a:pPr algn="ctr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222315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AB63C9B-9EF9-29CD-5D25-907D9687423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81000" y="685800"/>
            <a:ext cx="11430000" cy="1066800"/>
          </a:xfrm>
        </p:spPr>
        <p:txBody>
          <a:bodyPr lIns="0" rIns="0"/>
          <a:lstStyle>
            <a:lvl1pPr>
              <a:defRPr lang="en-US" sz="2800" dirty="0" smtClean="0">
                <a:solidFill>
                  <a:schemeClr val="tx2"/>
                </a:solidFill>
                <a:latin typeface="Georgia" panose="02040502050405020303" pitchFamily="18" charset="0"/>
                <a:cs typeface="Times New Roman" panose="02020603050405020304" pitchFamily="18" charset="0"/>
              </a:defRPr>
            </a:lvl1pPr>
          </a:lstStyle>
          <a:p>
            <a:pPr marL="0" lvl="0" indent="0">
              <a:lnSpc>
                <a:spcPct val="100000"/>
              </a:lnSpc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341A231-5EDC-C1A1-4ABB-BC6DA52F4E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0" tIns="45720" rIns="0" bIns="45720" rtlCol="0" anchor="t">
            <a:noAutofit/>
          </a:bodyPr>
          <a:lstStyle>
            <a:lvl1pPr>
              <a:defRPr lang="en-US"/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C224402-4AF5-E408-D3B7-C911837118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November 2025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EDB1DA6-2C96-66B0-2A4C-85DA505854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NTT DATA, Inc.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2979F26-3C27-4303-6B8D-77E75E5329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60D39823-8059-4D49-BD26-6D32C31B8621}" type="slidenum">
              <a:rPr lang="en-US" smtClean="0"/>
              <a:pPr algn="ctr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759286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1 Column Body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AB63C9B-9EF9-29CD-5D25-907D9687423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81000" y="685800"/>
            <a:ext cx="11430000" cy="1066800"/>
          </a:xfrm>
        </p:spPr>
        <p:txBody>
          <a:bodyPr lIns="0" rIns="0"/>
          <a:lstStyle>
            <a:lvl1pPr>
              <a:defRPr lang="en-US" sz="2800" dirty="0" smtClean="0">
                <a:solidFill>
                  <a:schemeClr val="tx2"/>
                </a:solidFill>
                <a:latin typeface="Georgia" panose="02040502050405020303" pitchFamily="18" charset="0"/>
                <a:cs typeface="Times New Roman" panose="02020603050405020304" pitchFamily="18" charset="0"/>
              </a:defRPr>
            </a:lvl1pPr>
          </a:lstStyle>
          <a:p>
            <a:pPr marL="0" lvl="0" indent="0">
              <a:lnSpc>
                <a:spcPct val="100000"/>
              </a:lnSpc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341A231-5EDC-C1A1-4ABB-BC6DA52F4E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0" tIns="45720" rIns="0" bIns="45720" rtlCol="0" anchor="t">
            <a:noAutofit/>
          </a:bodyPr>
          <a:lstStyle>
            <a:lvl1pPr>
              <a:defRPr lang="en-US"/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C224402-4AF5-E408-D3B7-C911837118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November 2025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EDB1DA6-2C96-66B0-2A4C-85DA505854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NTT DATA, Inc.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2979F26-3C27-4303-6B8D-77E75E5329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60D39823-8059-4D49-BD26-6D32C31B8621}" type="slidenum">
              <a:rPr lang="en-US" smtClean="0"/>
              <a:pPr algn="ctr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D21A092-B787-801E-8664-20954CF6809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81000" y="1981200"/>
            <a:ext cx="11430000" cy="4267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85497984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, 2 Column Body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6">
            <a:extLst>
              <a:ext uri="{FF2B5EF4-FFF2-40B4-BE49-F238E27FC236}">
                <a16:creationId xmlns:a16="http://schemas.microsoft.com/office/drawing/2014/main" id="{EC1029E4-1377-300E-C065-31436ED68BAC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248400" y="1981200"/>
            <a:ext cx="5562600" cy="4267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AB63C9B-9EF9-29CD-5D25-907D9687423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81000" y="685800"/>
            <a:ext cx="11430000" cy="1066800"/>
          </a:xfrm>
        </p:spPr>
        <p:txBody>
          <a:bodyPr lIns="0" rIns="0"/>
          <a:lstStyle>
            <a:lvl1pPr>
              <a:defRPr lang="en-US" sz="2800" dirty="0" smtClean="0">
                <a:solidFill>
                  <a:schemeClr val="tx2"/>
                </a:solidFill>
                <a:latin typeface="Georgia" panose="02040502050405020303" pitchFamily="18" charset="0"/>
                <a:cs typeface="Times New Roman" panose="02020603050405020304" pitchFamily="18" charset="0"/>
              </a:defRPr>
            </a:lvl1pPr>
          </a:lstStyle>
          <a:p>
            <a:pPr marL="0" lvl="0" indent="0">
              <a:lnSpc>
                <a:spcPct val="100000"/>
              </a:lnSpc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341A231-5EDC-C1A1-4ABB-BC6DA52F4E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0" tIns="45720" rIns="0" bIns="45720" rtlCol="0" anchor="t">
            <a:noAutofit/>
          </a:bodyPr>
          <a:lstStyle>
            <a:lvl1pPr>
              <a:defRPr lang="en-US"/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C224402-4AF5-E408-D3B7-C911837118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November 2025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EDB1DA6-2C96-66B0-2A4C-85DA505854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NTT DATA, Inc.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2979F26-3C27-4303-6B8D-77E75E5329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60D39823-8059-4D49-BD26-6D32C31B8621}" type="slidenum">
              <a:rPr lang="en-US" smtClean="0"/>
              <a:pPr algn="ctr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D21A092-B787-801E-8664-20954CF6809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81000" y="1981200"/>
            <a:ext cx="5562600" cy="4267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6489707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, 3 Column Body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6">
            <a:extLst>
              <a:ext uri="{FF2B5EF4-FFF2-40B4-BE49-F238E27FC236}">
                <a16:creationId xmlns:a16="http://schemas.microsoft.com/office/drawing/2014/main" id="{EC1029E4-1377-300E-C065-31436ED68BAC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267200" y="1981200"/>
            <a:ext cx="3657600" cy="4267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D21A092-B787-801E-8664-20954CF6809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81000" y="1981200"/>
            <a:ext cx="3657600" cy="4267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ontent Placeholder 6">
            <a:extLst>
              <a:ext uri="{FF2B5EF4-FFF2-40B4-BE49-F238E27FC236}">
                <a16:creationId xmlns:a16="http://schemas.microsoft.com/office/drawing/2014/main" id="{8F30C4A1-C250-7BEF-3BC2-9CFB6304F3D5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8153400" y="1981200"/>
            <a:ext cx="3657600" cy="4267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AB63C9B-9EF9-29CD-5D25-907D9687423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81000" y="685800"/>
            <a:ext cx="11430000" cy="1066800"/>
          </a:xfrm>
        </p:spPr>
        <p:txBody>
          <a:bodyPr lIns="0" rIns="0"/>
          <a:lstStyle>
            <a:lvl1pPr>
              <a:defRPr lang="en-US" sz="2800" dirty="0" smtClean="0">
                <a:solidFill>
                  <a:schemeClr val="tx2"/>
                </a:solidFill>
                <a:latin typeface="Georgia" panose="02040502050405020303" pitchFamily="18" charset="0"/>
                <a:cs typeface="Times New Roman" panose="02020603050405020304" pitchFamily="18" charset="0"/>
              </a:defRPr>
            </a:lvl1pPr>
          </a:lstStyle>
          <a:p>
            <a:pPr marL="0" lvl="0" indent="0">
              <a:lnSpc>
                <a:spcPct val="100000"/>
              </a:lnSpc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341A231-5EDC-C1A1-4ABB-BC6DA52F4E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0" tIns="45720" rIns="0" bIns="45720" rtlCol="0" anchor="t">
            <a:noAutofit/>
          </a:bodyPr>
          <a:lstStyle>
            <a:lvl1pPr>
              <a:defRPr lang="en-US"/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C224402-4AF5-E408-D3B7-C911837118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November 2025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EDB1DA6-2C96-66B0-2A4C-85DA505854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NTT DATA, Inc.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2979F26-3C27-4303-6B8D-77E75E5329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60D39823-8059-4D49-BD26-6D32C31B8621}" type="slidenum">
              <a:rPr lang="en-US" smtClean="0"/>
              <a:pPr algn="ctr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83191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novationCurve on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nnovation Curve">
            <a:extLst>
              <a:ext uri="{FF2B5EF4-FFF2-40B4-BE49-F238E27FC236}">
                <a16:creationId xmlns:a16="http://schemas.microsoft.com/office/drawing/2014/main" id="{8BB232A3-2995-9204-E802-F3C30F0CB2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alphaModFix amt="3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070773" y="2431973"/>
            <a:ext cx="3740227" cy="3740227"/>
          </a:xfrm>
          <a:prstGeom prst="rect">
            <a:avLst/>
          </a:prstGeom>
        </p:spPr>
      </p:pic>
      <p:sp>
        <p:nvSpPr>
          <p:cNvPr id="6" name="Date">
            <a:extLst>
              <a:ext uri="{FF2B5EF4-FFF2-40B4-BE49-F238E27FC236}">
                <a16:creationId xmlns:a16="http://schemas.microsoft.com/office/drawing/2014/main" id="{89BF2500-0204-6794-6117-994843069250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r>
              <a:rPr lang="en-US" noProof="0" dirty="0"/>
              <a:t>November 2025</a:t>
            </a:r>
          </a:p>
        </p:txBody>
      </p:sp>
      <p:sp>
        <p:nvSpPr>
          <p:cNvPr id="8" name="Legal">
            <a:extLst>
              <a:ext uri="{FF2B5EF4-FFF2-40B4-BE49-F238E27FC236}">
                <a16:creationId xmlns:a16="http://schemas.microsoft.com/office/drawing/2014/main" id="{D7F3AF08-D3FE-D48F-2C81-D85ABE9C58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>
              <a:defRPr b="0" i="0">
                <a:latin typeface="Arial" panose="020B0604020202020204" pitchFamily="34" charset="0"/>
              </a:defRPr>
            </a:lvl1pPr>
          </a:lstStyle>
          <a:p>
            <a:r>
              <a:rPr lang="en-US" noProof="0"/>
              <a:t>NTT DATA, Inc.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607343D4-00F3-960A-5C32-DA3E33AB59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2286000"/>
            <a:ext cx="7239000" cy="3886200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Georgia" panose="02040502050405020303" pitchFamily="18" charset="0"/>
              </a:defRPr>
            </a:lvl1pPr>
          </a:lstStyle>
          <a:p>
            <a:r>
              <a:rPr lang="en-US" noProof="0"/>
              <a:t>Click to edit title</a:t>
            </a:r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2E2042BF-1D87-6AA4-DDBE-C7FEC20F521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lIns="0" tIns="0" rIns="0" bIns="0"/>
          <a:lstStyle/>
          <a:p>
            <a:fld id="{58D24BC2-2B9E-4076-8133-31C4983A0EB9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5" name="Section Number">
            <a:extLst>
              <a:ext uri="{FF2B5EF4-FFF2-40B4-BE49-F238E27FC236}">
                <a16:creationId xmlns:a16="http://schemas.microsoft.com/office/drawing/2014/main" id="{4387841E-BCE3-E808-6ADE-02F702DCA42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1000" y="152400"/>
            <a:ext cx="11430000" cy="1600200"/>
          </a:xfrm>
          <a:prstGeom prst="rect">
            <a:avLst/>
          </a:prstGeom>
        </p:spPr>
        <p:txBody>
          <a:bodyPr lIns="0" tIns="45720" rIns="0"/>
          <a:lstStyle>
            <a:lvl1pPr>
              <a:defRPr lang="en-US" sz="9600" b="1" dirty="0" smtClean="0">
                <a:solidFill>
                  <a:schemeClr val="bg2"/>
                </a:solidFill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 noProof="0"/>
              <a:t>#</a:t>
            </a:r>
          </a:p>
        </p:txBody>
      </p:sp>
      <p:sp>
        <p:nvSpPr>
          <p:cNvPr id="9" name="InformationType">
            <a:extLst>
              <a:ext uri="{FF2B5EF4-FFF2-40B4-BE49-F238E27FC236}">
                <a16:creationId xmlns:a16="http://schemas.microsoft.com/office/drawing/2014/main" id="{274D0AF7-1A05-1559-4931-0828264A673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858000" y="6400031"/>
            <a:ext cx="2065880" cy="304800"/>
          </a:xfrm>
          <a:prstGeom prst="rect">
            <a:avLst/>
          </a:prstGeom>
        </p:spPr>
        <p:txBody>
          <a:bodyPr anchor="ctr"/>
          <a:lstStyle>
            <a:lvl1pPr algn="ctr">
              <a:defRPr lang="en-US" sz="800" b="0" i="0" kern="1200" dirty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US" noProof="0"/>
              <a:t>[Information Type]</a:t>
            </a:r>
          </a:p>
        </p:txBody>
      </p:sp>
    </p:spTree>
    <p:extLst>
      <p:ext uri="{BB962C8B-B14F-4D97-AF65-F5344CB8AC3E}">
        <p14:creationId xmlns:p14="http://schemas.microsoft.com/office/powerpoint/2010/main" val="100962800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novation Curve with Embedded Image on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nnovation Curve Grid">
            <a:extLst>
              <a:ext uri="{FF2B5EF4-FFF2-40B4-BE49-F238E27FC236}">
                <a16:creationId xmlns:a16="http://schemas.microsoft.com/office/drawing/2014/main" id="{5F909AEB-096B-408B-7E00-05020CE68B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9100" y="2447060"/>
            <a:ext cx="3718800" cy="3718800"/>
          </a:xfrm>
          <a:prstGeom prst="rect">
            <a:avLst/>
          </a:prstGeom>
        </p:spPr>
      </p:pic>
      <p:sp>
        <p:nvSpPr>
          <p:cNvPr id="6" name="Picture Placeholder 9">
            <a:extLst>
              <a:ext uri="{FF2B5EF4-FFF2-40B4-BE49-F238E27FC236}">
                <a16:creationId xmlns:a16="http://schemas.microsoft.com/office/drawing/2014/main" id="{AFEDEDAD-5176-6B46-6061-8EFC6B390607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 bwMode="gray">
          <a:xfrm>
            <a:off x="396000" y="2447060"/>
            <a:ext cx="3718800" cy="3718800"/>
          </a:xfrm>
          <a:custGeom>
            <a:avLst/>
            <a:gdLst>
              <a:gd name="connsiteX0" fmla="*/ 1704548 w 5267271"/>
              <a:gd name="connsiteY0" fmla="*/ 0 h 5272719"/>
              <a:gd name="connsiteX1" fmla="*/ 3527745 w 5267271"/>
              <a:gd name="connsiteY1" fmla="*/ 1774521 h 5272719"/>
              <a:gd name="connsiteX2" fmla="*/ 5267271 w 5267271"/>
              <a:gd name="connsiteY2" fmla="*/ 5269498 h 5272719"/>
              <a:gd name="connsiteX3" fmla="*/ 3509088 w 5267271"/>
              <a:gd name="connsiteY3" fmla="*/ 5269044 h 5272719"/>
              <a:gd name="connsiteX4" fmla="*/ 1794302 w 5267271"/>
              <a:gd name="connsiteY4" fmla="*/ 1858626 h 5272719"/>
              <a:gd name="connsiteX5" fmla="*/ 1794667 w 5267271"/>
              <a:gd name="connsiteY5" fmla="*/ 5270472 h 5272719"/>
              <a:gd name="connsiteX6" fmla="*/ 0 w 5267271"/>
              <a:gd name="connsiteY6" fmla="*/ 5272719 h 5272719"/>
              <a:gd name="connsiteX7" fmla="*/ 3384 w 5267271"/>
              <a:gd name="connsiteY7" fmla="*/ 1714773 h 5272719"/>
              <a:gd name="connsiteX8" fmla="*/ 569360 w 5267271"/>
              <a:gd name="connsiteY8" fmla="*/ 333790 h 5272719"/>
              <a:gd name="connsiteX9" fmla="*/ 1704548 w 5267271"/>
              <a:gd name="connsiteY9" fmla="*/ 0 h 5272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267271" h="5272719">
                <a:moveTo>
                  <a:pt x="1704548" y="0"/>
                </a:moveTo>
                <a:cubicBezTo>
                  <a:pt x="2442328" y="19929"/>
                  <a:pt x="2925708" y="438914"/>
                  <a:pt x="3527745" y="1774521"/>
                </a:cubicBezTo>
                <a:lnTo>
                  <a:pt x="5267271" y="5269498"/>
                </a:lnTo>
                <a:lnTo>
                  <a:pt x="3509088" y="5269044"/>
                </a:lnTo>
                <a:cubicBezTo>
                  <a:pt x="2932089" y="4085847"/>
                  <a:pt x="2376159" y="3052885"/>
                  <a:pt x="1794302" y="1858626"/>
                </a:cubicBezTo>
                <a:cubicBezTo>
                  <a:pt x="1800510" y="2806405"/>
                  <a:pt x="1797959" y="3550976"/>
                  <a:pt x="1794667" y="5270472"/>
                </a:cubicBezTo>
                <a:lnTo>
                  <a:pt x="0" y="5272719"/>
                </a:lnTo>
                <a:cubicBezTo>
                  <a:pt x="6041" y="3933998"/>
                  <a:pt x="-2660" y="3106972"/>
                  <a:pt x="3384" y="1714773"/>
                </a:cubicBezTo>
                <a:cubicBezTo>
                  <a:pt x="20552" y="931022"/>
                  <a:pt x="285832" y="562108"/>
                  <a:pt x="569360" y="333790"/>
                </a:cubicBezTo>
                <a:cubicBezTo>
                  <a:pt x="852888" y="105472"/>
                  <a:pt x="1272212" y="9538"/>
                  <a:pt x="1704548" y="0"/>
                </a:cubicBezTo>
                <a:close/>
              </a:path>
            </a:pathLst>
          </a:custGeom>
          <a:solidFill>
            <a:schemeClr val="tx1">
              <a:lumMod val="75000"/>
            </a:schemeClr>
          </a:solidFill>
          <a:ln w="12700">
            <a:solidFill>
              <a:schemeClr val="tx1">
                <a:lumMod val="65000"/>
              </a:schemeClr>
            </a:solidFill>
          </a:ln>
          <a:effectLst/>
        </p:spPr>
        <p:txBody>
          <a:bodyPr wrap="none" lIns="0" tIns="1371600" rIns="0" anchor="t">
            <a:noAutofit/>
          </a:bodyPr>
          <a:lstStyle>
            <a:lvl1pPr marL="0" indent="0" algn="ctr">
              <a:buFontTx/>
              <a:buNone/>
              <a:defRPr sz="1100">
                <a:solidFill>
                  <a:schemeClr val="bg1"/>
                </a:solidFill>
              </a:defRPr>
            </a:lvl1pPr>
          </a:lstStyle>
          <a:p>
            <a:r>
              <a:rPr lang="en-US"/>
              <a:t>      Click to add picture</a:t>
            </a:r>
          </a:p>
        </p:txBody>
      </p:sp>
      <p:sp>
        <p:nvSpPr>
          <p:cNvPr id="5" name="Date">
            <a:extLst>
              <a:ext uri="{FF2B5EF4-FFF2-40B4-BE49-F238E27FC236}">
                <a16:creationId xmlns:a16="http://schemas.microsoft.com/office/drawing/2014/main" id="{8C7EA28C-8B63-7DD1-EDD6-535B46EC3F80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r>
              <a:rPr lang="en-US" noProof="0" dirty="0"/>
              <a:t>November 2025</a:t>
            </a:r>
          </a:p>
        </p:txBody>
      </p:sp>
      <p:sp>
        <p:nvSpPr>
          <p:cNvPr id="8" name="Legal">
            <a:extLst>
              <a:ext uri="{FF2B5EF4-FFF2-40B4-BE49-F238E27FC236}">
                <a16:creationId xmlns:a16="http://schemas.microsoft.com/office/drawing/2014/main" id="{6897360E-9D4A-FD52-676D-E4BF4B702E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>
            <a:lvl1pPr>
              <a:defRPr b="0" i="0">
                <a:latin typeface="Arial" panose="020B0604020202020204" pitchFamily="34" charset="0"/>
              </a:defRPr>
            </a:lvl1pPr>
          </a:lstStyle>
          <a:p>
            <a:r>
              <a:rPr lang="en-US" noProof="0"/>
              <a:t>NTT DATA, Inc.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A725B5FD-E0E9-1E4B-5EFE-D46E0910A6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95800" y="2286000"/>
            <a:ext cx="7315200" cy="3886200"/>
          </a:xfrm>
        </p:spPr>
        <p:txBody>
          <a:bodyPr/>
          <a:lstStyle/>
          <a:p>
            <a:r>
              <a:rPr lang="en-US" noProof="0"/>
              <a:t>Click to edit title</a:t>
            </a:r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FA7AEA8C-8EEB-CD6B-7753-A7002EA38C6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lIns="0" tIns="0" rIns="0" bIns="0"/>
          <a:lstStyle/>
          <a:p>
            <a:fld id="{58D24BC2-2B9E-4076-8133-31C4983A0EB9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12" name="Section Number">
            <a:extLst>
              <a:ext uri="{FF2B5EF4-FFF2-40B4-BE49-F238E27FC236}">
                <a16:creationId xmlns:a16="http://schemas.microsoft.com/office/drawing/2014/main" id="{4337322C-F1A6-A8D5-2662-80C365ECE1C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495800" y="685800"/>
            <a:ext cx="7315200" cy="1447800"/>
          </a:xfrm>
          <a:prstGeom prst="rect">
            <a:avLst/>
          </a:prstGeom>
        </p:spPr>
        <p:txBody>
          <a:bodyPr lIns="0" tIns="45720" rIns="0"/>
          <a:lstStyle>
            <a:lvl1pPr>
              <a:defRPr lang="en-US" sz="9600" b="1" dirty="0" smtClean="0">
                <a:solidFill>
                  <a:schemeClr val="bg2"/>
                </a:solidFill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 noProof="0"/>
              <a:t>#</a:t>
            </a:r>
          </a:p>
        </p:txBody>
      </p:sp>
      <p:sp>
        <p:nvSpPr>
          <p:cNvPr id="9" name="InformationType">
            <a:extLst>
              <a:ext uri="{FF2B5EF4-FFF2-40B4-BE49-F238E27FC236}">
                <a16:creationId xmlns:a16="http://schemas.microsoft.com/office/drawing/2014/main" id="{5872B4FB-4C21-1855-289C-D882501BA88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858000" y="6400031"/>
            <a:ext cx="2065880" cy="304800"/>
          </a:xfrm>
          <a:prstGeom prst="rect">
            <a:avLst/>
          </a:prstGeom>
        </p:spPr>
        <p:txBody>
          <a:bodyPr anchor="ctr"/>
          <a:lstStyle>
            <a:lvl1pPr algn="ctr">
              <a:defRPr lang="en-US" sz="800" b="0" i="0" kern="1200" dirty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US" noProof="0"/>
              <a:t>[Information Type]</a:t>
            </a:r>
          </a:p>
        </p:txBody>
      </p:sp>
    </p:spTree>
    <p:extLst>
      <p:ext uri="{BB962C8B-B14F-4D97-AF65-F5344CB8AC3E}">
        <p14:creationId xmlns:p14="http://schemas.microsoft.com/office/powerpoint/2010/main" val="225376058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Sidebar on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8F741D54-F18D-E80B-E1F9-560492621C87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0"/>
            <a:ext cx="4038600" cy="6858000"/>
          </a:xfrm>
          <a:prstGeom prst="rect">
            <a:avLst/>
          </a:prstGeom>
          <a:solidFill>
            <a:schemeClr val="tx1">
              <a:lumMod val="75000"/>
            </a:schemeClr>
          </a:solidFill>
        </p:spPr>
        <p:txBody>
          <a:bodyPr tIns="2743200"/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add picture</a:t>
            </a:r>
          </a:p>
        </p:txBody>
      </p:sp>
      <p:sp>
        <p:nvSpPr>
          <p:cNvPr id="2" name="Date">
            <a:extLst>
              <a:ext uri="{FF2B5EF4-FFF2-40B4-BE49-F238E27FC236}">
                <a16:creationId xmlns:a16="http://schemas.microsoft.com/office/drawing/2014/main" id="{DF94F6E8-6831-27C9-61B5-A91A50CA5715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4495800" y="6400800"/>
            <a:ext cx="909320" cy="304799"/>
          </a:xfrm>
          <a:ln w="3175">
            <a:noFill/>
          </a:ln>
        </p:spPr>
        <p:txBody>
          <a:bodyPr/>
          <a:lstStyle/>
          <a:p>
            <a:r>
              <a:rPr lang="en-US" noProof="0" dirty="0"/>
              <a:t>November 2025</a:t>
            </a:r>
          </a:p>
        </p:txBody>
      </p:sp>
      <p:sp>
        <p:nvSpPr>
          <p:cNvPr id="6" name="Legal">
            <a:extLst>
              <a:ext uri="{FF2B5EF4-FFF2-40B4-BE49-F238E27FC236}">
                <a16:creationId xmlns:a16="http://schemas.microsoft.com/office/drawing/2014/main" id="{3F699943-421D-6DD0-F669-4FB4352770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479269" y="6400801"/>
            <a:ext cx="2364251" cy="304799"/>
          </a:xfrm>
          <a:ln w="3175">
            <a:noFill/>
          </a:ln>
        </p:spPr>
        <p:txBody>
          <a:bodyPr/>
          <a:lstStyle>
            <a:lvl1pPr>
              <a:defRPr b="0" i="0">
                <a:latin typeface="Arial" panose="020B0604020202020204" pitchFamily="34" charset="0"/>
              </a:defRPr>
            </a:lvl1pPr>
          </a:lstStyle>
          <a:p>
            <a:r>
              <a:rPr lang="en-US" noProof="0"/>
              <a:t>NTT DATA, Inc.</a:t>
            </a:r>
          </a:p>
        </p:txBody>
      </p:sp>
      <p:sp>
        <p:nvSpPr>
          <p:cNvPr id="8" name="Title">
            <a:extLst>
              <a:ext uri="{FF2B5EF4-FFF2-40B4-BE49-F238E27FC236}">
                <a16:creationId xmlns:a16="http://schemas.microsoft.com/office/drawing/2014/main" id="{378ED44B-0811-B32D-0C14-3157DD85397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95800" y="2286000"/>
            <a:ext cx="7315200" cy="3886200"/>
          </a:xfrm>
        </p:spPr>
        <p:txBody>
          <a:bodyPr/>
          <a:lstStyle/>
          <a:p>
            <a:r>
              <a:rPr lang="en-US" noProof="0"/>
              <a:t>Click to edit title</a:t>
            </a:r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DCB869EF-7066-7A3E-AA6F-C7CD49114F5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7973400" y="6400800"/>
            <a:ext cx="360000" cy="304801"/>
          </a:xfrm>
          <a:ln w="3175">
            <a:noFill/>
          </a:ln>
        </p:spPr>
        <p:txBody>
          <a:bodyPr/>
          <a:lstStyle/>
          <a:p>
            <a:fld id="{58D24BC2-2B9E-4076-8133-31C4983A0EB9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7" name="Section Number">
            <a:extLst>
              <a:ext uri="{FF2B5EF4-FFF2-40B4-BE49-F238E27FC236}">
                <a16:creationId xmlns:a16="http://schemas.microsoft.com/office/drawing/2014/main" id="{D2FA19E7-E40A-0756-7707-A3998AC3C7F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495800" y="685800"/>
            <a:ext cx="7315200" cy="1447800"/>
          </a:xfrm>
          <a:prstGeom prst="rect">
            <a:avLst/>
          </a:prstGeom>
        </p:spPr>
        <p:txBody>
          <a:bodyPr lIns="0" tIns="45720" rIns="0"/>
          <a:lstStyle>
            <a:lvl1pPr>
              <a:defRPr lang="en-US" sz="9600" b="1" dirty="0" smtClean="0">
                <a:solidFill>
                  <a:schemeClr val="bg2"/>
                </a:solidFill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 noProof="0"/>
              <a:t>#</a:t>
            </a:r>
          </a:p>
        </p:txBody>
      </p:sp>
      <p:sp>
        <p:nvSpPr>
          <p:cNvPr id="9" name="InformationType">
            <a:extLst>
              <a:ext uri="{FF2B5EF4-FFF2-40B4-BE49-F238E27FC236}">
                <a16:creationId xmlns:a16="http://schemas.microsoft.com/office/drawing/2014/main" id="{9B54D94D-E040-EB57-692A-F673B1C0049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449720" y="6400031"/>
            <a:ext cx="2065880" cy="304800"/>
          </a:xfrm>
          <a:prstGeom prst="rect">
            <a:avLst/>
          </a:prstGeom>
          <a:ln>
            <a:noFill/>
          </a:ln>
        </p:spPr>
        <p:txBody>
          <a:bodyPr anchor="ctr"/>
          <a:lstStyle>
            <a:lvl1pPr algn="ctr">
              <a:defRPr lang="en-US" sz="800" b="0" i="0" kern="1200" dirty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US" noProof="0"/>
              <a:t>[Information Type]</a:t>
            </a:r>
          </a:p>
        </p:txBody>
      </p:sp>
    </p:spTree>
    <p:extLst>
      <p:ext uri="{BB962C8B-B14F-4D97-AF65-F5344CB8AC3E}">
        <p14:creationId xmlns:p14="http://schemas.microsoft.com/office/powerpoint/2010/main" val="289011463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ith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">
            <a:extLst>
              <a:ext uri="{FF2B5EF4-FFF2-40B4-BE49-F238E27FC236}">
                <a16:creationId xmlns:a16="http://schemas.microsoft.com/office/drawing/2014/main" id="{EE784A98-DD2F-9213-B452-0888E8DA50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400800"/>
            <a:ext cx="914400" cy="3048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rgbClr val="050D24"/>
                </a:solidFill>
              </a:defRPr>
            </a:lvl1pPr>
          </a:lstStyle>
          <a:p>
            <a:r>
              <a:rPr lang="en-US" noProof="0" dirty="0"/>
              <a:t>November 2025</a:t>
            </a:r>
          </a:p>
        </p:txBody>
      </p:sp>
      <p:sp>
        <p:nvSpPr>
          <p:cNvPr id="6" name="Legal">
            <a:extLst>
              <a:ext uri="{FF2B5EF4-FFF2-40B4-BE49-F238E27FC236}">
                <a16:creationId xmlns:a16="http://schemas.microsoft.com/office/drawing/2014/main" id="{07FB7D70-C72D-6A53-CBE5-DAE9C28DCA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71599" y="6400800"/>
            <a:ext cx="4114801" cy="3048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 b="0" i="0">
                <a:solidFill>
                  <a:srgbClr val="050D24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 noProof="0"/>
              <a:t>NTT DATA, Inc.</a:t>
            </a:r>
          </a:p>
        </p:txBody>
      </p:sp>
      <p:sp>
        <p:nvSpPr>
          <p:cNvPr id="3" name="Slide Number">
            <a:extLst>
              <a:ext uri="{FF2B5EF4-FFF2-40B4-BE49-F238E27FC236}">
                <a16:creationId xmlns:a16="http://schemas.microsoft.com/office/drawing/2014/main" id="{DA1D7C05-6427-2687-6EB6-39368CA8EEB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5562600" y="6400800"/>
            <a:ext cx="1066800" cy="304800"/>
          </a:xfrm>
        </p:spPr>
        <p:txBody>
          <a:bodyPr lIns="0" tIns="0" rIns="0" bIns="0"/>
          <a:lstStyle/>
          <a:p>
            <a:pPr algn="ctr"/>
            <a:fld id="{83ADEA99-682E-4231-A4C9-95AE759D37D5}" type="slidenum">
              <a:rPr lang="en-US" smtClean="0"/>
              <a:pPr algn="ctr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336970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Without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6489298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Background, Full Innovation Curve on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20">
            <a:extLst>
              <a:ext uri="{FF2B5EF4-FFF2-40B4-BE49-F238E27FC236}">
                <a16:creationId xmlns:a16="http://schemas.microsoft.com/office/drawing/2014/main" id="{4C066D7D-0D2A-E525-7A09-B865124FD30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0" y="3352800"/>
            <a:ext cx="12192000" cy="3505200"/>
          </a:xfrm>
          <a:prstGeom prst="rect">
            <a:avLst/>
          </a:prstGeom>
          <a:solidFill>
            <a:srgbClr val="050D24">
              <a:alpha val="57647"/>
            </a:srgbClr>
          </a:solidFill>
        </p:spPr>
        <p:txBody>
          <a:bodyPr/>
          <a:lstStyle>
            <a:lvl1pPr>
              <a:defRPr>
                <a:noFill/>
              </a:defRPr>
            </a:lvl1pPr>
            <a:lvl2pPr>
              <a:defRPr>
                <a:noFill/>
              </a:defRPr>
            </a:lvl2pPr>
            <a:lvl3pPr marL="914400" indent="0">
              <a:buNone/>
              <a:defRPr>
                <a:noFill/>
              </a:defRPr>
            </a:lvl3pPr>
            <a:lvl4pPr marL="1371600" indent="0">
              <a:buNone/>
              <a:defRPr>
                <a:noFill/>
              </a:defRPr>
            </a:lvl4pPr>
            <a:lvl5pPr marL="1828800" indent="0">
              <a:buNone/>
              <a:defRPr>
                <a:noFill/>
              </a:defRPr>
            </a:lvl5pPr>
          </a:lstStyle>
          <a:p>
            <a:pPr lvl="0"/>
            <a:endParaRPr lang="en-US"/>
          </a:p>
        </p:txBody>
      </p:sp>
      <p:sp>
        <p:nvSpPr>
          <p:cNvPr id="6" name="Picture Placeholder 4">
            <a:extLst>
              <a:ext uri="{FF2B5EF4-FFF2-40B4-BE49-F238E27FC236}">
                <a16:creationId xmlns:a16="http://schemas.microsoft.com/office/drawing/2014/main" id="{64ED725C-5701-90B3-92A2-BAE98517DD4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3352800"/>
            <a:ext cx="12192000" cy="3509682"/>
          </a:xfrm>
          <a:prstGeom prst="rect">
            <a:avLst/>
          </a:prstGeom>
          <a:solidFill>
            <a:schemeClr val="tx1">
              <a:lumMod val="65000"/>
            </a:schemeClr>
          </a:solidFill>
        </p:spPr>
        <p:txBody>
          <a:bodyPr lIns="0" tIns="0" rIns="0" bIns="0" anchor="ctr"/>
          <a:lstStyle>
            <a:lvl1pPr marL="0" indent="0" algn="ctr">
              <a:buFontTx/>
              <a:buNone/>
              <a:defRPr sz="2400">
                <a:solidFill>
                  <a:schemeClr val="tx2"/>
                </a:solidFill>
                <a:latin typeface="+mn-lt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add image.</a:t>
            </a:r>
            <a:br>
              <a:rPr lang="en-US"/>
            </a:br>
            <a:r>
              <a:rPr lang="en-US"/>
              <a:t>Then Reorder: Send to back</a:t>
            </a:r>
          </a:p>
        </p:txBody>
      </p:sp>
      <p:sp>
        <p:nvSpPr>
          <p:cNvPr id="4" name="Innovation Cuver Over">
            <a:extLst>
              <a:ext uri="{FF2B5EF4-FFF2-40B4-BE49-F238E27FC236}">
                <a16:creationId xmlns:a16="http://schemas.microsoft.com/office/drawing/2014/main" id="{B6F394B1-2E3B-BF77-C553-C0A61B0755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00574" y="3733800"/>
            <a:ext cx="2723626" cy="2743200"/>
          </a:xfrm>
          <a:prstGeom prst="rect">
            <a:avLst/>
          </a:pr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noFill/>
              </a:defRPr>
            </a:lvl1pPr>
            <a:lvl2pPr>
              <a:defRPr>
                <a:noFill/>
              </a:defRPr>
            </a:lvl2pPr>
            <a:lvl3pPr>
              <a:defRPr>
                <a:noFill/>
              </a:defRPr>
            </a:lvl3pPr>
            <a:lvl4pPr>
              <a:defRPr>
                <a:noFill/>
              </a:defRPr>
            </a:lvl4pPr>
            <a:lvl5pPr>
              <a:defRPr>
                <a:noFill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">
            <a:extLst>
              <a:ext uri="{FF2B5EF4-FFF2-40B4-BE49-F238E27FC236}">
                <a16:creationId xmlns:a16="http://schemas.microsoft.com/office/drawing/2014/main" id="{63438233-72EE-8BA4-9BBA-043E2EBD6617}"/>
              </a:ext>
            </a:extLst>
          </p:cNvPr>
          <p:cNvSpPr>
            <a:spLocks noGrp="1"/>
          </p:cNvSpPr>
          <p:nvPr>
            <p:ph type="dt" sz="half" idx="18"/>
          </p:nvPr>
        </p:nvSpPr>
        <p:spPr>
          <a:xfrm>
            <a:off x="381000" y="3049200"/>
            <a:ext cx="1315720" cy="304800"/>
          </a:xfrm>
        </p:spPr>
        <p:txBody>
          <a:bodyPr/>
          <a:lstStyle/>
          <a:p>
            <a:r>
              <a:rPr lang="en-US" noProof="0" dirty="0"/>
              <a:t>November 2025</a:t>
            </a:r>
          </a:p>
        </p:txBody>
      </p:sp>
      <p:sp>
        <p:nvSpPr>
          <p:cNvPr id="9" name="SubTitle">
            <a:extLst>
              <a:ext uri="{FF2B5EF4-FFF2-40B4-BE49-F238E27FC236}">
                <a16:creationId xmlns:a16="http://schemas.microsoft.com/office/drawing/2014/main" id="{F84AF061-2BD7-B395-13B3-8F8BF417226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81000" y="2438400"/>
            <a:ext cx="11430000" cy="609600"/>
          </a:xfrm>
          <a:prstGeom prst="rect">
            <a:avLst/>
          </a:prstGeom>
        </p:spPr>
        <p:txBody>
          <a:bodyPr lIns="0" rIns="0"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/>
            </a:lvl1pPr>
            <a:lvl2pPr marL="457200" indent="0">
              <a:buFont typeface="Arial" panose="020B0604020202020204" pitchFamily="34" charset="0"/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noProof="0"/>
              <a:t>Click to enter the subtitle text</a:t>
            </a:r>
          </a:p>
        </p:txBody>
      </p:sp>
      <p:sp>
        <p:nvSpPr>
          <p:cNvPr id="2" name="Main Title">
            <a:extLst>
              <a:ext uri="{FF2B5EF4-FFF2-40B4-BE49-F238E27FC236}">
                <a16:creationId xmlns:a16="http://schemas.microsoft.com/office/drawing/2014/main" id="{2D27416B-E7EB-58FC-6089-EFC25F90FE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1066800"/>
            <a:ext cx="11430000" cy="1371600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8" name="Legal">
            <a:extLst>
              <a:ext uri="{FF2B5EF4-FFF2-40B4-BE49-F238E27FC236}">
                <a16:creationId xmlns:a16="http://schemas.microsoft.com/office/drawing/2014/main" id="{95537A3D-A82B-E164-8992-B04EE50C035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ftr" sz="quarter" idx="19"/>
          </p:nvPr>
        </p:nvSpPr>
        <p:spPr>
          <a:xfrm>
            <a:off x="7848600" y="3049200"/>
            <a:ext cx="3962400" cy="304800"/>
          </a:xfrm>
        </p:spPr>
        <p:txBody>
          <a:bodyPr/>
          <a:lstStyle>
            <a:lvl1pPr algn="r">
              <a:defRPr b="0" i="0">
                <a:latin typeface="Arial" panose="020B0604020202020204" pitchFamily="34" charset="0"/>
              </a:defRPr>
            </a:lvl1pPr>
          </a:lstStyle>
          <a:p>
            <a:r>
              <a:rPr lang="en-US" noProof="0"/>
              <a:t>NTT DATA, Inc.</a:t>
            </a:r>
          </a:p>
        </p:txBody>
      </p:sp>
      <p:sp>
        <p:nvSpPr>
          <p:cNvPr id="3" name="InformationType">
            <a:extLst>
              <a:ext uri="{FF2B5EF4-FFF2-40B4-BE49-F238E27FC236}">
                <a16:creationId xmlns:a16="http://schemas.microsoft.com/office/drawing/2014/main" id="{3FB62210-704E-0AA6-FD3C-50952599D53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063060" y="3043518"/>
            <a:ext cx="2065880" cy="304800"/>
          </a:xfrm>
          <a:prstGeom prst="rect">
            <a:avLst/>
          </a:prstGeom>
        </p:spPr>
        <p:txBody>
          <a:bodyPr anchor="ctr"/>
          <a:lstStyle>
            <a:lvl1pPr algn="ctr">
              <a:defRPr lang="en-US" sz="1200" b="0" i="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US" noProof="0"/>
              <a:t>[Information Type]</a:t>
            </a:r>
          </a:p>
        </p:txBody>
      </p:sp>
    </p:spTree>
    <p:extLst>
      <p:ext uri="{BB962C8B-B14F-4D97-AF65-F5344CB8AC3E}">
        <p14:creationId xmlns:p14="http://schemas.microsoft.com/office/powerpoint/2010/main" val="327342741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Background, Full Innovation Curve on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20">
            <a:extLst>
              <a:ext uri="{FF2B5EF4-FFF2-40B4-BE49-F238E27FC236}">
                <a16:creationId xmlns:a16="http://schemas.microsoft.com/office/drawing/2014/main" id="{4C066D7D-0D2A-E525-7A09-B865124FD30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0" y="3352800"/>
            <a:ext cx="12192000" cy="3505200"/>
          </a:xfrm>
          <a:prstGeom prst="rect">
            <a:avLst/>
          </a:prstGeom>
          <a:solidFill>
            <a:srgbClr val="050D24">
              <a:alpha val="57647"/>
            </a:srgbClr>
          </a:solidFill>
        </p:spPr>
        <p:txBody>
          <a:bodyPr/>
          <a:lstStyle>
            <a:lvl1pPr>
              <a:defRPr>
                <a:noFill/>
              </a:defRPr>
            </a:lvl1pPr>
            <a:lvl2pPr>
              <a:defRPr>
                <a:noFill/>
              </a:defRPr>
            </a:lvl2pPr>
            <a:lvl3pPr marL="914400" indent="0">
              <a:buNone/>
              <a:defRPr>
                <a:noFill/>
              </a:defRPr>
            </a:lvl3pPr>
            <a:lvl4pPr marL="1371600" indent="0">
              <a:buNone/>
              <a:defRPr>
                <a:noFill/>
              </a:defRPr>
            </a:lvl4pPr>
            <a:lvl5pPr marL="1828800" indent="0">
              <a:buNone/>
              <a:defRPr>
                <a:noFill/>
              </a:defRPr>
            </a:lvl5pPr>
          </a:lstStyle>
          <a:p>
            <a:pPr lvl="0"/>
            <a:endParaRPr lang="en-US"/>
          </a:p>
        </p:txBody>
      </p:sp>
      <p:sp>
        <p:nvSpPr>
          <p:cNvPr id="6" name="Picture Placeholder 4">
            <a:extLst>
              <a:ext uri="{FF2B5EF4-FFF2-40B4-BE49-F238E27FC236}">
                <a16:creationId xmlns:a16="http://schemas.microsoft.com/office/drawing/2014/main" id="{64ED725C-5701-90B3-92A2-BAE98517DD4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3352800"/>
            <a:ext cx="12192000" cy="3509682"/>
          </a:xfrm>
          <a:prstGeom prst="rect">
            <a:avLst/>
          </a:prstGeom>
          <a:solidFill>
            <a:schemeClr val="tx1">
              <a:lumMod val="65000"/>
            </a:schemeClr>
          </a:solidFill>
        </p:spPr>
        <p:txBody>
          <a:bodyPr lIns="0" tIns="0" rIns="0" bIns="0" anchor="ctr"/>
          <a:lstStyle>
            <a:lvl1pPr marL="0" indent="0" algn="ctr">
              <a:buFontTx/>
              <a:buNone/>
              <a:defRPr sz="2400">
                <a:solidFill>
                  <a:schemeClr val="tx2"/>
                </a:solidFill>
                <a:latin typeface="+mn-lt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add image.</a:t>
            </a:r>
            <a:br>
              <a:rPr lang="en-US"/>
            </a:br>
            <a:r>
              <a:rPr lang="en-US"/>
              <a:t>Then Reorder: Send to back</a:t>
            </a:r>
          </a:p>
        </p:txBody>
      </p:sp>
      <p:sp>
        <p:nvSpPr>
          <p:cNvPr id="4" name="Innovation Curve Over">
            <a:extLst>
              <a:ext uri="{FF2B5EF4-FFF2-40B4-BE49-F238E27FC236}">
                <a16:creationId xmlns:a16="http://schemas.microsoft.com/office/drawing/2014/main" id="{B8631883-9801-E2CA-CA11-CDED97BC79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067800" y="3733800"/>
            <a:ext cx="2741663" cy="2743200"/>
          </a:xfrm>
          <a:prstGeom prst="rect">
            <a:avLst/>
          </a:pr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noFill/>
              </a:defRPr>
            </a:lvl1pPr>
            <a:lvl2pPr>
              <a:defRPr>
                <a:noFill/>
              </a:defRPr>
            </a:lvl2pPr>
            <a:lvl3pPr>
              <a:defRPr>
                <a:noFill/>
              </a:defRPr>
            </a:lvl3pPr>
            <a:lvl4pPr>
              <a:defRPr>
                <a:noFill/>
              </a:defRPr>
            </a:lvl4pPr>
            <a:lvl5pPr>
              <a:defRPr>
                <a:noFill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">
            <a:extLst>
              <a:ext uri="{FF2B5EF4-FFF2-40B4-BE49-F238E27FC236}">
                <a16:creationId xmlns:a16="http://schemas.microsoft.com/office/drawing/2014/main" id="{88AC34A6-2AC7-FC55-26A6-E925A628AC5C}"/>
              </a:ext>
            </a:extLst>
          </p:cNvPr>
          <p:cNvSpPr>
            <a:spLocks noGrp="1"/>
          </p:cNvSpPr>
          <p:nvPr>
            <p:ph type="dt" sz="half" idx="18"/>
          </p:nvPr>
        </p:nvSpPr>
        <p:spPr>
          <a:xfrm>
            <a:off x="381000" y="3049200"/>
            <a:ext cx="1315720" cy="304800"/>
          </a:xfrm>
        </p:spPr>
        <p:txBody>
          <a:bodyPr/>
          <a:lstStyle/>
          <a:p>
            <a:r>
              <a:rPr lang="en-US" noProof="0" dirty="0"/>
              <a:t>November 2025</a:t>
            </a:r>
          </a:p>
        </p:txBody>
      </p:sp>
      <p:sp>
        <p:nvSpPr>
          <p:cNvPr id="9" name="SubTitle">
            <a:extLst>
              <a:ext uri="{FF2B5EF4-FFF2-40B4-BE49-F238E27FC236}">
                <a16:creationId xmlns:a16="http://schemas.microsoft.com/office/drawing/2014/main" id="{F84AF061-2BD7-B395-13B3-8F8BF417226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81000" y="2438400"/>
            <a:ext cx="11430000" cy="609600"/>
          </a:xfrm>
          <a:prstGeom prst="rect">
            <a:avLst/>
          </a:prstGeom>
        </p:spPr>
        <p:txBody>
          <a:bodyPr lIns="0" rIns="0"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/>
            </a:lvl1pPr>
            <a:lvl2pPr marL="457200" indent="0">
              <a:buFont typeface="Arial" panose="020B0604020202020204" pitchFamily="34" charset="0"/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noProof="0"/>
              <a:t>Click to enter the subtitle text</a:t>
            </a:r>
          </a:p>
        </p:txBody>
      </p:sp>
      <p:sp>
        <p:nvSpPr>
          <p:cNvPr id="2" name="MainTitle">
            <a:extLst>
              <a:ext uri="{FF2B5EF4-FFF2-40B4-BE49-F238E27FC236}">
                <a16:creationId xmlns:a16="http://schemas.microsoft.com/office/drawing/2014/main" id="{2D27416B-E7EB-58FC-6089-EFC25F90FE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1066800"/>
            <a:ext cx="11430000" cy="1371600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8" name="Legal">
            <a:extLst>
              <a:ext uri="{FF2B5EF4-FFF2-40B4-BE49-F238E27FC236}">
                <a16:creationId xmlns:a16="http://schemas.microsoft.com/office/drawing/2014/main" id="{38082150-82CC-B102-D30B-562E582481E8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>
          <a:xfrm>
            <a:off x="7543800" y="3049200"/>
            <a:ext cx="4267200" cy="304800"/>
          </a:xfrm>
        </p:spPr>
        <p:txBody>
          <a:bodyPr/>
          <a:lstStyle>
            <a:lvl1pPr algn="r">
              <a:defRPr b="0" i="0">
                <a:latin typeface="Arial" panose="020B0604020202020204" pitchFamily="34" charset="0"/>
              </a:defRPr>
            </a:lvl1pPr>
          </a:lstStyle>
          <a:p>
            <a:r>
              <a:rPr lang="en-US" noProof="0"/>
              <a:t>NTT DATA, Inc.</a:t>
            </a:r>
          </a:p>
        </p:txBody>
      </p:sp>
      <p:sp>
        <p:nvSpPr>
          <p:cNvPr id="3" name="InformationType">
            <a:extLst>
              <a:ext uri="{FF2B5EF4-FFF2-40B4-BE49-F238E27FC236}">
                <a16:creationId xmlns:a16="http://schemas.microsoft.com/office/drawing/2014/main" id="{C8CF5306-C118-5506-EE7B-F7E980B08BB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063060" y="3043518"/>
            <a:ext cx="2065880" cy="304800"/>
          </a:xfrm>
          <a:prstGeom prst="rect">
            <a:avLst/>
          </a:prstGeom>
        </p:spPr>
        <p:txBody>
          <a:bodyPr anchor="ctr"/>
          <a:lstStyle>
            <a:lvl1pPr algn="ctr">
              <a:defRPr lang="en-US" sz="1200" b="0" i="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US" noProof="0"/>
              <a:t>[Information Type]</a:t>
            </a:r>
          </a:p>
        </p:txBody>
      </p:sp>
    </p:spTree>
    <p:extLst>
      <p:ext uri="{BB962C8B-B14F-4D97-AF65-F5344CB8AC3E}">
        <p14:creationId xmlns:p14="http://schemas.microsoft.com/office/powerpoint/2010/main" val="4519580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Innovation Curv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nnovation Curve">
            <a:extLst>
              <a:ext uri="{FF2B5EF4-FFF2-40B4-BE49-F238E27FC236}">
                <a16:creationId xmlns:a16="http://schemas.microsoft.com/office/drawing/2014/main" id="{EDBA60DD-C22A-9316-ED2B-2ACC0A6855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alphaModFix amt="4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</p:spPr>
      </p:pic>
      <p:sp>
        <p:nvSpPr>
          <p:cNvPr id="4" name="Date">
            <a:extLst>
              <a:ext uri="{FF2B5EF4-FFF2-40B4-BE49-F238E27FC236}">
                <a16:creationId xmlns:a16="http://schemas.microsoft.com/office/drawing/2014/main" id="{D755FCDF-1757-0DDE-B664-6E18DF38351C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r>
              <a:rPr lang="en-US" noProof="0" dirty="0"/>
              <a:t>November 2025</a:t>
            </a:r>
          </a:p>
        </p:txBody>
      </p:sp>
      <p:sp>
        <p:nvSpPr>
          <p:cNvPr id="5" name="SubTitle">
            <a:extLst>
              <a:ext uri="{FF2B5EF4-FFF2-40B4-BE49-F238E27FC236}">
                <a16:creationId xmlns:a16="http://schemas.microsoft.com/office/drawing/2014/main" id="{289963B8-6E2F-5789-EF80-E5E2D21D18E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000" y="3810000"/>
            <a:ext cx="4800600" cy="533400"/>
          </a:xfrm>
          <a:prstGeom prst="rect">
            <a:avLst/>
          </a:prstGeom>
        </p:spPr>
        <p:txBody>
          <a:bodyPr lIns="0" tIns="45720" rIns="0"/>
          <a:lstStyle>
            <a:lvl1pPr>
              <a:defRPr lang="en-US" dirty="0" smtClean="0"/>
            </a:lvl1pPr>
          </a:lstStyle>
          <a:p>
            <a:pPr lvl="0">
              <a:lnSpc>
                <a:spcPct val="100000"/>
              </a:lnSpc>
            </a:pPr>
            <a:r>
              <a:rPr lang="en-US" noProof="0"/>
              <a:t>Click to enter/edit subtitle text</a:t>
            </a:r>
          </a:p>
        </p:txBody>
      </p:sp>
      <p:sp>
        <p:nvSpPr>
          <p:cNvPr id="2" name="MainTitle">
            <a:extLst>
              <a:ext uri="{FF2B5EF4-FFF2-40B4-BE49-F238E27FC236}">
                <a16:creationId xmlns:a16="http://schemas.microsoft.com/office/drawing/2014/main" id="{32F4D80C-C221-F8D0-FC62-DDD4F8E7262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2438400"/>
            <a:ext cx="4800600" cy="1371600"/>
          </a:xfrm>
        </p:spPr>
        <p:txBody>
          <a:bodyPr/>
          <a:lstStyle/>
          <a:p>
            <a:r>
              <a:rPr lang="en-US" noProof="0"/>
              <a:t>Click to edit title</a:t>
            </a:r>
          </a:p>
        </p:txBody>
      </p:sp>
      <p:sp>
        <p:nvSpPr>
          <p:cNvPr id="7" name="Legal">
            <a:extLst>
              <a:ext uri="{FF2B5EF4-FFF2-40B4-BE49-F238E27FC236}">
                <a16:creationId xmlns:a16="http://schemas.microsoft.com/office/drawing/2014/main" id="{D1339E27-17FE-46DF-AFFB-73BFB1153353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>
            <a:lvl1pPr>
              <a:defRPr b="0" i="0">
                <a:latin typeface="Arial" panose="020B0604020202020204" pitchFamily="34" charset="0"/>
              </a:defRPr>
            </a:lvl1pPr>
          </a:lstStyle>
          <a:p>
            <a:r>
              <a:rPr lang="en-US" noProof="0"/>
              <a:t>NTT DATA, Inc.</a:t>
            </a:r>
          </a:p>
        </p:txBody>
      </p:sp>
      <p:sp>
        <p:nvSpPr>
          <p:cNvPr id="8" name="InformationType">
            <a:extLst>
              <a:ext uri="{FF2B5EF4-FFF2-40B4-BE49-F238E27FC236}">
                <a16:creationId xmlns:a16="http://schemas.microsoft.com/office/drawing/2014/main" id="{97777627-C09C-D1AD-CBD9-F5839460373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982200" y="6324601"/>
            <a:ext cx="2065880" cy="304800"/>
          </a:xfrm>
          <a:prstGeom prst="rect">
            <a:avLst/>
          </a:prstGeom>
        </p:spPr>
        <p:txBody>
          <a:bodyPr anchor="ctr"/>
          <a:lstStyle>
            <a:lvl1pPr algn="ctr">
              <a:defRPr lang="en-US" sz="1200" b="0" i="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US" noProof="0"/>
              <a:t>[Information Type]</a:t>
            </a:r>
          </a:p>
        </p:txBody>
      </p:sp>
    </p:spTree>
    <p:extLst>
      <p:ext uri="{BB962C8B-B14F-4D97-AF65-F5344CB8AC3E}">
        <p14:creationId xmlns:p14="http://schemas.microsoft.com/office/powerpoint/2010/main" val="82116090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rtial Innovation Curv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nnovation Curve">
            <a:extLst>
              <a:ext uri="{FF2B5EF4-FFF2-40B4-BE49-F238E27FC236}">
                <a16:creationId xmlns:a16="http://schemas.microsoft.com/office/drawing/2014/main" id="{8FFE6425-34ED-5DB9-865C-1158B7140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alphaModFix amt="4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516218" y="-9334"/>
            <a:ext cx="4686799" cy="6867334"/>
          </a:xfrm>
          <a:prstGeom prst="rect">
            <a:avLst/>
          </a:prstGeom>
        </p:spPr>
      </p:pic>
      <p:sp>
        <p:nvSpPr>
          <p:cNvPr id="6" name="Date">
            <a:extLst>
              <a:ext uri="{FF2B5EF4-FFF2-40B4-BE49-F238E27FC236}">
                <a16:creationId xmlns:a16="http://schemas.microsoft.com/office/drawing/2014/main" id="{40435473-34D1-21A2-6355-15C49B8978DA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r>
              <a:rPr lang="en-US" noProof="0" dirty="0"/>
              <a:t>November 2025</a:t>
            </a:r>
          </a:p>
        </p:txBody>
      </p:sp>
      <p:sp>
        <p:nvSpPr>
          <p:cNvPr id="5" name="SubTitle">
            <a:extLst>
              <a:ext uri="{FF2B5EF4-FFF2-40B4-BE49-F238E27FC236}">
                <a16:creationId xmlns:a16="http://schemas.microsoft.com/office/drawing/2014/main" id="{289963B8-6E2F-5789-EF80-E5E2D21D18E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000" y="3810000"/>
            <a:ext cx="6934200" cy="533400"/>
          </a:xfrm>
          <a:prstGeom prst="rect">
            <a:avLst/>
          </a:prstGeom>
        </p:spPr>
        <p:txBody>
          <a:bodyPr lIns="0" tIns="45720" rIns="0"/>
          <a:lstStyle>
            <a:lvl1pPr>
              <a:defRPr lang="en-US" dirty="0" smtClean="0"/>
            </a:lvl1pPr>
          </a:lstStyle>
          <a:p>
            <a:pPr lvl="0">
              <a:lnSpc>
                <a:spcPct val="100000"/>
              </a:lnSpc>
            </a:pPr>
            <a:r>
              <a:rPr lang="en-US" noProof="0"/>
              <a:t>Click to enter/edit subtitle text</a:t>
            </a:r>
          </a:p>
        </p:txBody>
      </p:sp>
      <p:sp>
        <p:nvSpPr>
          <p:cNvPr id="2" name="MainTitle">
            <a:extLst>
              <a:ext uri="{FF2B5EF4-FFF2-40B4-BE49-F238E27FC236}">
                <a16:creationId xmlns:a16="http://schemas.microsoft.com/office/drawing/2014/main" id="{32F4D80C-C221-F8D0-FC62-DDD4F8E7262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2438400"/>
            <a:ext cx="6934200" cy="1371600"/>
          </a:xfrm>
        </p:spPr>
        <p:txBody>
          <a:bodyPr/>
          <a:lstStyle/>
          <a:p>
            <a:r>
              <a:rPr lang="en-US" noProof="0"/>
              <a:t>Click to edit title</a:t>
            </a:r>
          </a:p>
        </p:txBody>
      </p:sp>
      <p:sp>
        <p:nvSpPr>
          <p:cNvPr id="7" name="Legal">
            <a:extLst>
              <a:ext uri="{FF2B5EF4-FFF2-40B4-BE49-F238E27FC236}">
                <a16:creationId xmlns:a16="http://schemas.microsoft.com/office/drawing/2014/main" id="{F59C948C-D3BF-CA4F-F542-ED2CE628FBFC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>
            <a:lvl1pPr>
              <a:defRPr b="0" i="0">
                <a:latin typeface="Arial" panose="020B0604020202020204" pitchFamily="34" charset="0"/>
              </a:defRPr>
            </a:lvl1pPr>
          </a:lstStyle>
          <a:p>
            <a:r>
              <a:rPr lang="en-US" noProof="0"/>
              <a:t>NTT DATA, Inc.</a:t>
            </a:r>
          </a:p>
        </p:txBody>
      </p:sp>
      <p:sp>
        <p:nvSpPr>
          <p:cNvPr id="3" name="InformationType">
            <a:extLst>
              <a:ext uri="{FF2B5EF4-FFF2-40B4-BE49-F238E27FC236}">
                <a16:creationId xmlns:a16="http://schemas.microsoft.com/office/drawing/2014/main" id="{4E848DEC-7A87-3CD5-E950-EEB6859D9E5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982200" y="6324601"/>
            <a:ext cx="2065880" cy="304800"/>
          </a:xfrm>
          <a:prstGeom prst="rect">
            <a:avLst/>
          </a:prstGeom>
        </p:spPr>
        <p:txBody>
          <a:bodyPr anchor="ctr"/>
          <a:lstStyle>
            <a:lvl1pPr algn="ctr">
              <a:defRPr lang="en-US" sz="1200" b="0" i="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US" noProof="0"/>
              <a:t>[Information Type]</a:t>
            </a:r>
          </a:p>
        </p:txBody>
      </p:sp>
    </p:spTree>
    <p:extLst>
      <p:ext uri="{BB962C8B-B14F-4D97-AF65-F5344CB8AC3E}">
        <p14:creationId xmlns:p14="http://schemas.microsoft.com/office/powerpoint/2010/main" val="54591421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o Innovation Curv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">
            <a:extLst>
              <a:ext uri="{FF2B5EF4-FFF2-40B4-BE49-F238E27FC236}">
                <a16:creationId xmlns:a16="http://schemas.microsoft.com/office/drawing/2014/main" id="{59C9CC77-3312-DF50-2217-E80EE44FA30A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r>
              <a:rPr lang="en-US" noProof="0" dirty="0"/>
              <a:t>November 2025</a:t>
            </a:r>
          </a:p>
        </p:txBody>
      </p:sp>
      <p:sp>
        <p:nvSpPr>
          <p:cNvPr id="6" name="SubTitle">
            <a:extLst>
              <a:ext uri="{FF2B5EF4-FFF2-40B4-BE49-F238E27FC236}">
                <a16:creationId xmlns:a16="http://schemas.microsoft.com/office/drawing/2014/main" id="{8721CA36-DC1A-9DA0-482B-013C59CEC0C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81000" y="3810000"/>
            <a:ext cx="11430000" cy="533400"/>
          </a:xfrm>
          <a:prstGeom prst="rect">
            <a:avLst/>
          </a:prstGeom>
        </p:spPr>
        <p:txBody>
          <a:bodyPr lIns="0" tIns="45720" rIns="0"/>
          <a:lstStyle>
            <a:lvl1pPr algn="l">
              <a:defRPr lang="en-US" dirty="0" smtClean="0"/>
            </a:lvl1pPr>
          </a:lstStyle>
          <a:p>
            <a:pPr lvl="0">
              <a:lnSpc>
                <a:spcPct val="100000"/>
              </a:lnSpc>
            </a:pPr>
            <a:r>
              <a:rPr lang="en-US" noProof="0"/>
              <a:t>Click to enter/edit subtitle text</a:t>
            </a:r>
          </a:p>
        </p:txBody>
      </p:sp>
      <p:sp>
        <p:nvSpPr>
          <p:cNvPr id="2" name="MainTitle">
            <a:extLst>
              <a:ext uri="{FF2B5EF4-FFF2-40B4-BE49-F238E27FC236}">
                <a16:creationId xmlns:a16="http://schemas.microsoft.com/office/drawing/2014/main" id="{32F4D80C-C221-F8D0-FC62-DDD4F8E7262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2438400"/>
            <a:ext cx="11430000" cy="1371600"/>
          </a:xfrm>
        </p:spPr>
        <p:txBody>
          <a:bodyPr/>
          <a:lstStyle/>
          <a:p>
            <a:r>
              <a:rPr lang="en-US" noProof="0"/>
              <a:t>Click to edit title</a:t>
            </a:r>
          </a:p>
        </p:txBody>
      </p:sp>
      <p:sp>
        <p:nvSpPr>
          <p:cNvPr id="5" name="Legal">
            <a:extLst>
              <a:ext uri="{FF2B5EF4-FFF2-40B4-BE49-F238E27FC236}">
                <a16:creationId xmlns:a16="http://schemas.microsoft.com/office/drawing/2014/main" id="{5B8528D5-DF0F-FF95-7F24-C0763AA92F4A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>
            <a:lvl1pPr>
              <a:defRPr b="0" i="0">
                <a:latin typeface="Arial" panose="020B0604020202020204" pitchFamily="34" charset="0"/>
              </a:defRPr>
            </a:lvl1pPr>
          </a:lstStyle>
          <a:p>
            <a:r>
              <a:rPr lang="en-US" noProof="0"/>
              <a:t>NTT DATA, Inc.</a:t>
            </a:r>
          </a:p>
        </p:txBody>
      </p:sp>
      <p:sp>
        <p:nvSpPr>
          <p:cNvPr id="3" name="InformationType">
            <a:extLst>
              <a:ext uri="{FF2B5EF4-FFF2-40B4-BE49-F238E27FC236}">
                <a16:creationId xmlns:a16="http://schemas.microsoft.com/office/drawing/2014/main" id="{72020407-B4FE-1152-B230-32A0A4A0333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982200" y="6324601"/>
            <a:ext cx="2065880" cy="304800"/>
          </a:xfrm>
          <a:prstGeom prst="rect">
            <a:avLst/>
          </a:prstGeom>
        </p:spPr>
        <p:txBody>
          <a:bodyPr anchor="ctr"/>
          <a:lstStyle>
            <a:lvl1pPr algn="ctr">
              <a:defRPr lang="en-US" sz="1200" b="0" i="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US" noProof="0"/>
              <a:t>[Information Type]</a:t>
            </a:r>
          </a:p>
        </p:txBody>
      </p:sp>
    </p:spTree>
    <p:extLst>
      <p:ext uri="{BB962C8B-B14F-4D97-AF65-F5344CB8AC3E}">
        <p14:creationId xmlns:p14="http://schemas.microsoft.com/office/powerpoint/2010/main" val="417864586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49224E-6D9A-F20A-E95C-3BD86FD1C3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0" tIns="45720" rIns="0" bIns="45720" rtlCol="0" anchor="t">
            <a:noAutofit/>
          </a:bodyPr>
          <a:lstStyle>
            <a:lvl1pPr>
              <a:defRPr lang="en-US"/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5D3C075-3634-BEB1-AB31-623AD293F0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November 2025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5657D48-2016-6562-8C30-A2CF18ED17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NTT DATA, Inc.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1B9585-B814-96B8-821F-CFBD1EE52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60D39823-8059-4D49-BD26-6D32C31B8621}" type="slidenum">
              <a:rPr lang="en-US" smtClean="0"/>
              <a:pPr algn="ctr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912194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1 Column Body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41A231-5EDC-C1A1-4ABB-BC6DA52F4E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0" tIns="45720" rIns="0" bIns="45720" rtlCol="0" anchor="t">
            <a:noAutofit/>
          </a:bodyPr>
          <a:lstStyle>
            <a:lvl1pPr>
              <a:defRPr lang="en-US"/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C224402-4AF5-E408-D3B7-C911837118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November 2025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EDB1DA6-2C96-66B0-2A4C-85DA505854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NTT DATA, Inc.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2979F26-3C27-4303-6B8D-77E75E5329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60D39823-8059-4D49-BD26-6D32C31B8621}" type="slidenum">
              <a:rPr lang="en-US" smtClean="0"/>
              <a:pPr algn="ctr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D21A092-B787-801E-8664-20954CF6809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81000" y="1371600"/>
            <a:ext cx="11430000" cy="4876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87450576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lumn Body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066817-B6CF-A2DE-966F-DB9281D305B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81000" y="1371600"/>
            <a:ext cx="5562600" cy="4876800"/>
          </a:xfr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7829AD-F282-6D19-1BDE-62A372EE46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48400" y="1371600"/>
            <a:ext cx="5562600" cy="4876800"/>
          </a:xfr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DCFB687-132C-1CA9-8A9A-779EFBBCE8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0" tIns="45720" rIns="0" bIns="45720" rtlCol="0" anchor="t">
            <a:noAutofit/>
          </a:bodyPr>
          <a:lstStyle>
            <a:lvl1pPr>
              <a:defRPr lang="en-US"/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79F7A9-35D1-1344-0A60-0E8C3F562C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November 2025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E9646E-BBCC-2CA0-9416-FFBF3870D6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71600" y="6400800"/>
            <a:ext cx="4114800" cy="3048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NTT DATA, Inc.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FA3CBC-D481-CBC2-5EFC-A4CAE0345F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ctr">
              <a:defRPr/>
            </a:lvl1pPr>
          </a:lstStyle>
          <a:p>
            <a:fld id="{60D39823-8059-4D49-BD26-6D32C31B862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161378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3 Column Body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066817-B6CF-A2DE-966F-DB9281D305B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81000" y="1371600"/>
            <a:ext cx="3657600" cy="4876800"/>
          </a:xfr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7829AD-F282-6D19-1BDE-62A372EE46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267200" y="1371600"/>
            <a:ext cx="3657600" cy="4876800"/>
          </a:xfr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3BCA8BAD-045F-5449-26C8-1CC7E5D921AD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8153400" y="1371600"/>
            <a:ext cx="3657600" cy="4876800"/>
          </a:xfr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DCFB687-132C-1CA9-8A9A-779EFBBCE8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0" tIns="45720" rIns="0" bIns="45720" rtlCol="0" anchor="t">
            <a:noAutofit/>
          </a:bodyPr>
          <a:lstStyle>
            <a:lvl1pPr>
              <a:defRPr lang="en-US"/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79F7A9-35D1-1344-0A60-0E8C3F562C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November 2025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E9646E-BBCC-2CA0-9416-FFBF3870D6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71600" y="6400800"/>
            <a:ext cx="4114800" cy="3048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NTT DATA, Inc.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FA3CBC-D481-CBC2-5EFC-A4CAE0345F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ctr">
              <a:defRPr/>
            </a:lvl1pPr>
          </a:lstStyle>
          <a:p>
            <a:fld id="{60D39823-8059-4D49-BD26-6D32C31B862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502336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5EA9222-DBBF-5953-8E15-DA10C04897E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1000" y="838200"/>
            <a:ext cx="11430000" cy="685800"/>
          </a:xfrm>
        </p:spPr>
        <p:txBody>
          <a:bodyPr>
            <a:noAutofit/>
          </a:bodyPr>
          <a:lstStyle>
            <a:lvl1pPr marL="0" indent="0">
              <a:buNone/>
              <a:defRPr lang="en-US" sz="2000" kern="1200" dirty="0" smtClean="0">
                <a:solidFill>
                  <a:srgbClr val="19A3FC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062DF17-A1AB-7E8D-EC34-3A4A87B7B9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0" tIns="45720" rIns="0" bIns="45720" rtlCol="0" anchor="t">
            <a:noAutofit/>
          </a:bodyPr>
          <a:lstStyle>
            <a:lvl1pPr>
              <a:defRPr lang="en-US"/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B3B26C9-4CC7-EA8C-EBD1-615FCBB4A9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November 2025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3161E99-54BE-C3A5-B54E-49B9C7224B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NTT DATA, Inc.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16319C-85FE-4494-FC99-C4DE72E7B9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60D39823-8059-4D49-BD26-6D32C31B8621}" type="slidenum">
              <a:rPr lang="en-US" smtClean="0"/>
              <a:pPr algn="ctr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110135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, 1 Column Body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5EA9222-DBBF-5953-8E15-DA10C04897E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1000" y="838200"/>
            <a:ext cx="11430000" cy="685800"/>
          </a:xfrm>
        </p:spPr>
        <p:txBody>
          <a:bodyPr>
            <a:noAutofit/>
          </a:bodyPr>
          <a:lstStyle>
            <a:lvl1pPr marL="0" indent="0">
              <a:buNone/>
              <a:defRPr lang="en-US" sz="2000" kern="1200" dirty="0" smtClean="0">
                <a:solidFill>
                  <a:srgbClr val="19A3FC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062DF17-A1AB-7E8D-EC34-3A4A87B7B9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0" tIns="45720" rIns="0" bIns="45720" rtlCol="0" anchor="t">
            <a:noAutofit/>
          </a:bodyPr>
          <a:lstStyle>
            <a:lvl1pPr>
              <a:defRPr lang="en-US"/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B3B26C9-4CC7-EA8C-EBD1-615FCBB4A9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November 2025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3161E99-54BE-C3A5-B54E-49B9C7224B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NTT DATA, Inc.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16319C-85FE-4494-FC99-C4DE72E7B9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60D39823-8059-4D49-BD26-6D32C31B8621}" type="slidenum">
              <a:rPr lang="en-US" smtClean="0"/>
              <a:pPr algn="ctr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5568FE96-3E29-F907-5227-E6C308DA183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81000" y="1676400"/>
            <a:ext cx="11430000" cy="4572000"/>
          </a:xfr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71174467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, 2 Column Body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5EA9222-DBBF-5953-8E15-DA10C04897E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1000" y="838200"/>
            <a:ext cx="11430000" cy="685800"/>
          </a:xfrm>
        </p:spPr>
        <p:txBody>
          <a:bodyPr>
            <a:noAutofit/>
          </a:bodyPr>
          <a:lstStyle>
            <a:lvl1pPr marL="0" indent="0">
              <a:buNone/>
              <a:defRPr lang="en-US" sz="2000" kern="1200" dirty="0" smtClean="0">
                <a:solidFill>
                  <a:srgbClr val="19A3FC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062DF17-A1AB-7E8D-EC34-3A4A87B7B9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0" tIns="45720" rIns="0" bIns="45720" rtlCol="0" anchor="t">
            <a:noAutofit/>
          </a:bodyPr>
          <a:lstStyle>
            <a:lvl1pPr>
              <a:defRPr lang="en-US"/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B3B26C9-4CC7-EA8C-EBD1-615FCBB4A9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November 2025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3161E99-54BE-C3A5-B54E-49B9C7224B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NTT DATA, Inc.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16319C-85FE-4494-FC99-C4DE72E7B9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60D39823-8059-4D49-BD26-6D32C31B8621}" type="slidenum">
              <a:rPr lang="en-US" smtClean="0"/>
              <a:pPr algn="ctr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5568FE96-3E29-F907-5227-E6C308DA183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81000" y="1676400"/>
            <a:ext cx="5562600" cy="4572000"/>
          </a:xfr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7">
            <a:extLst>
              <a:ext uri="{FF2B5EF4-FFF2-40B4-BE49-F238E27FC236}">
                <a16:creationId xmlns:a16="http://schemas.microsoft.com/office/drawing/2014/main" id="{E71A1A39-1496-229F-4AC6-886D7CFB5B2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248400" y="1676400"/>
            <a:ext cx="5562600" cy="4572000"/>
          </a:xfr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058326530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, 3 Column Body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5568FE96-3E29-F907-5227-E6C308DA183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81000" y="1676400"/>
            <a:ext cx="3657600" cy="4572000"/>
          </a:xfr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7">
            <a:extLst>
              <a:ext uri="{FF2B5EF4-FFF2-40B4-BE49-F238E27FC236}">
                <a16:creationId xmlns:a16="http://schemas.microsoft.com/office/drawing/2014/main" id="{E71A1A39-1496-229F-4AC6-886D7CFB5B2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267200" y="1676400"/>
            <a:ext cx="3657600" cy="4572000"/>
          </a:xfr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ontent Placeholder 7">
            <a:extLst>
              <a:ext uri="{FF2B5EF4-FFF2-40B4-BE49-F238E27FC236}">
                <a16:creationId xmlns:a16="http://schemas.microsoft.com/office/drawing/2014/main" id="{ADFD2628-F803-8221-12EB-7198D350225D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8153400" y="1676400"/>
            <a:ext cx="3657600" cy="4572000"/>
          </a:xfr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5EA9222-DBBF-5953-8E15-DA10C04897E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1000" y="838200"/>
            <a:ext cx="11430000" cy="685800"/>
          </a:xfrm>
        </p:spPr>
        <p:txBody>
          <a:bodyPr>
            <a:noAutofit/>
          </a:bodyPr>
          <a:lstStyle>
            <a:lvl1pPr marL="0" indent="0">
              <a:buNone/>
              <a:defRPr lang="en-US" sz="2000" kern="1200" dirty="0" smtClean="0">
                <a:solidFill>
                  <a:srgbClr val="19A3FC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062DF17-A1AB-7E8D-EC34-3A4A87B7B9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0" tIns="45720" rIns="0" bIns="45720" rtlCol="0" anchor="t">
            <a:noAutofit/>
          </a:bodyPr>
          <a:lstStyle>
            <a:lvl1pPr>
              <a:defRPr lang="en-US"/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B3B26C9-4CC7-EA8C-EBD1-615FCBB4A9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November 2025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3161E99-54BE-C3A5-B54E-49B9C7224B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NTT DATA, Inc.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16319C-85FE-4494-FC99-C4DE72E7B9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60D39823-8059-4D49-BD26-6D32C31B8621}" type="slidenum">
              <a:rPr lang="en-US" smtClean="0"/>
              <a:pPr algn="ctr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6150891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AB63C9B-9EF9-29CD-5D25-907D9687423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81000" y="685800"/>
            <a:ext cx="11430000" cy="1066800"/>
          </a:xfrm>
        </p:spPr>
        <p:txBody>
          <a:bodyPr lIns="0" rIns="0"/>
          <a:lstStyle>
            <a:lvl1pPr>
              <a:defRPr lang="en-US" sz="2800" dirty="0" smtClean="0">
                <a:solidFill>
                  <a:schemeClr val="tx1"/>
                </a:solidFill>
                <a:latin typeface="Georgia" panose="02040502050405020303" pitchFamily="18" charset="0"/>
                <a:cs typeface="Times New Roman" panose="02020603050405020304" pitchFamily="18" charset="0"/>
              </a:defRPr>
            </a:lvl1pPr>
          </a:lstStyle>
          <a:p>
            <a:pPr marL="0" lvl="0" indent="0">
              <a:lnSpc>
                <a:spcPct val="100000"/>
              </a:lnSpc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341A231-5EDC-C1A1-4ABB-BC6DA52F4E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0" tIns="45720" rIns="0" bIns="45720" rtlCol="0" anchor="t">
            <a:noAutofit/>
          </a:bodyPr>
          <a:lstStyle>
            <a:lvl1pPr>
              <a:defRPr lang="en-US"/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C224402-4AF5-E408-D3B7-C911837118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November 2025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EDB1DA6-2C96-66B0-2A4C-85DA505854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NTT DATA, Inc.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2979F26-3C27-4303-6B8D-77E75E5329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60D39823-8059-4D49-BD26-6D32C31B8621}" type="slidenum">
              <a:rPr lang="en-US" smtClean="0"/>
              <a:pPr algn="ctr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781127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1 Column Body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AB63C9B-9EF9-29CD-5D25-907D9687423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81000" y="685800"/>
            <a:ext cx="11430000" cy="1066800"/>
          </a:xfrm>
        </p:spPr>
        <p:txBody>
          <a:bodyPr lIns="0" rIns="0"/>
          <a:lstStyle>
            <a:lvl1pPr>
              <a:defRPr lang="en-US" sz="2800" dirty="0" smtClean="0">
                <a:solidFill>
                  <a:schemeClr val="tx1"/>
                </a:solidFill>
                <a:latin typeface="Georgia" panose="02040502050405020303" pitchFamily="18" charset="0"/>
                <a:cs typeface="Times New Roman" panose="02020603050405020304" pitchFamily="18" charset="0"/>
              </a:defRPr>
            </a:lvl1pPr>
          </a:lstStyle>
          <a:p>
            <a:pPr marL="0" lvl="0" indent="0">
              <a:lnSpc>
                <a:spcPct val="100000"/>
              </a:lnSpc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341A231-5EDC-C1A1-4ABB-BC6DA52F4E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0" tIns="45720" rIns="0" bIns="45720" rtlCol="0" anchor="t">
            <a:noAutofit/>
          </a:bodyPr>
          <a:lstStyle>
            <a:lvl1pPr>
              <a:defRPr lang="en-US"/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C224402-4AF5-E408-D3B7-C911837118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November 2025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EDB1DA6-2C96-66B0-2A4C-85DA505854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NTT DATA, Inc.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2979F26-3C27-4303-6B8D-77E75E5329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60D39823-8059-4D49-BD26-6D32C31B8621}" type="slidenum">
              <a:rPr lang="en-US" smtClean="0"/>
              <a:pPr algn="ctr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D21A092-B787-801E-8664-20954CF6809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81000" y="1981200"/>
            <a:ext cx="11430000" cy="4267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55994940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, 2 Column Body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6">
            <a:extLst>
              <a:ext uri="{FF2B5EF4-FFF2-40B4-BE49-F238E27FC236}">
                <a16:creationId xmlns:a16="http://schemas.microsoft.com/office/drawing/2014/main" id="{EC1029E4-1377-300E-C065-31436ED68BAC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248400" y="1981200"/>
            <a:ext cx="5562600" cy="4267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AB63C9B-9EF9-29CD-5D25-907D9687423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81000" y="685800"/>
            <a:ext cx="11430000" cy="1066800"/>
          </a:xfrm>
        </p:spPr>
        <p:txBody>
          <a:bodyPr lIns="0" rIns="0"/>
          <a:lstStyle>
            <a:lvl1pPr>
              <a:defRPr lang="en-US" sz="2800" dirty="0" smtClean="0">
                <a:solidFill>
                  <a:schemeClr val="tx1"/>
                </a:solidFill>
                <a:latin typeface="Georgia" panose="02040502050405020303" pitchFamily="18" charset="0"/>
                <a:cs typeface="Times New Roman" panose="02020603050405020304" pitchFamily="18" charset="0"/>
              </a:defRPr>
            </a:lvl1pPr>
          </a:lstStyle>
          <a:p>
            <a:pPr marL="0" lvl="0" indent="0">
              <a:lnSpc>
                <a:spcPct val="100000"/>
              </a:lnSpc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341A231-5EDC-C1A1-4ABB-BC6DA52F4E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0" tIns="45720" rIns="0" bIns="45720" rtlCol="0" anchor="t">
            <a:noAutofit/>
          </a:bodyPr>
          <a:lstStyle>
            <a:lvl1pPr>
              <a:defRPr lang="en-US"/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C224402-4AF5-E408-D3B7-C911837118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November 2025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EDB1DA6-2C96-66B0-2A4C-85DA505854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NTT DATA, Inc.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2979F26-3C27-4303-6B8D-77E75E5329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60D39823-8059-4D49-BD26-6D32C31B8621}" type="slidenum">
              <a:rPr lang="en-US" smtClean="0"/>
              <a:pPr algn="ctr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D21A092-B787-801E-8664-20954CF6809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81000" y="1981200"/>
            <a:ext cx="5562600" cy="4267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24114105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, 3 Column Body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6">
            <a:extLst>
              <a:ext uri="{FF2B5EF4-FFF2-40B4-BE49-F238E27FC236}">
                <a16:creationId xmlns:a16="http://schemas.microsoft.com/office/drawing/2014/main" id="{EC1029E4-1377-300E-C065-31436ED68BAC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267200" y="1981200"/>
            <a:ext cx="3657600" cy="4267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D21A092-B787-801E-8664-20954CF6809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81000" y="1981200"/>
            <a:ext cx="3657600" cy="4267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ontent Placeholder 6">
            <a:extLst>
              <a:ext uri="{FF2B5EF4-FFF2-40B4-BE49-F238E27FC236}">
                <a16:creationId xmlns:a16="http://schemas.microsoft.com/office/drawing/2014/main" id="{8F30C4A1-C250-7BEF-3BC2-9CFB6304F3D5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8153400" y="1981200"/>
            <a:ext cx="3657600" cy="4267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AB63C9B-9EF9-29CD-5D25-907D9687423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81000" y="685800"/>
            <a:ext cx="11430000" cy="1066800"/>
          </a:xfrm>
        </p:spPr>
        <p:txBody>
          <a:bodyPr lIns="0" rIns="0"/>
          <a:lstStyle>
            <a:lvl1pPr>
              <a:defRPr lang="en-US" sz="2800" dirty="0" smtClean="0">
                <a:solidFill>
                  <a:schemeClr val="tx1"/>
                </a:solidFill>
                <a:latin typeface="Georgia" panose="02040502050405020303" pitchFamily="18" charset="0"/>
                <a:cs typeface="Times New Roman" panose="02020603050405020304" pitchFamily="18" charset="0"/>
              </a:defRPr>
            </a:lvl1pPr>
          </a:lstStyle>
          <a:p>
            <a:pPr marL="0" lvl="0" indent="0">
              <a:lnSpc>
                <a:spcPct val="100000"/>
              </a:lnSpc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341A231-5EDC-C1A1-4ABB-BC6DA52F4E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0" tIns="45720" rIns="0" bIns="45720" rtlCol="0" anchor="t">
            <a:noAutofit/>
          </a:bodyPr>
          <a:lstStyle>
            <a:lvl1pPr>
              <a:defRPr lang="en-US"/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C224402-4AF5-E408-D3B7-C911837118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November 2025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EDB1DA6-2C96-66B0-2A4C-85DA505854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NTT DATA, Inc.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2979F26-3C27-4303-6B8D-77E75E5329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60D39823-8059-4D49-BD26-6D32C31B8621}" type="slidenum">
              <a:rPr lang="en-US" smtClean="0"/>
              <a:pPr algn="ctr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7165768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novationCurve on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Innovation Curve">
            <a:extLst>
              <a:ext uri="{FF2B5EF4-FFF2-40B4-BE49-F238E27FC236}">
                <a16:creationId xmlns:a16="http://schemas.microsoft.com/office/drawing/2014/main" id="{DFF4120D-EB83-4D10-1920-DB2F8C95AB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8077200" y="2438400"/>
            <a:ext cx="3746500" cy="3748601"/>
          </a:xfrm>
          <a:prstGeom prst="rect">
            <a:avLst/>
          </a:pr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2000" b="0" i="0" kern="1200">
                <a:noFill/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noFill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noFill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noFill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noFill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">
            <a:extLst>
              <a:ext uri="{FF2B5EF4-FFF2-40B4-BE49-F238E27FC236}">
                <a16:creationId xmlns:a16="http://schemas.microsoft.com/office/drawing/2014/main" id="{830032E3-666E-86B5-7060-5C2D96D8BFA3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r>
              <a:rPr lang="en-US" noProof="0" dirty="0"/>
              <a:t>November 2025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607343D4-00F3-960A-5C32-DA3E33AB59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2286000"/>
            <a:ext cx="7239000" cy="3886200"/>
          </a:xfrm>
        </p:spPr>
        <p:txBody>
          <a:bodyPr/>
          <a:lstStyle/>
          <a:p>
            <a:r>
              <a:rPr lang="en-US" noProof="0"/>
              <a:t>Click to edit title</a:t>
            </a:r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2E2042BF-1D87-6AA4-DDBE-C7FEC20F521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8D24BC2-2B9E-4076-8133-31C4983A0EB9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5" name="Section Number">
            <a:extLst>
              <a:ext uri="{FF2B5EF4-FFF2-40B4-BE49-F238E27FC236}">
                <a16:creationId xmlns:a16="http://schemas.microsoft.com/office/drawing/2014/main" id="{4387841E-BCE3-E808-6ADE-02F702DCA42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1000" y="152400"/>
            <a:ext cx="11430000" cy="1676400"/>
          </a:xfrm>
          <a:prstGeom prst="rect">
            <a:avLst/>
          </a:prstGeom>
        </p:spPr>
        <p:txBody>
          <a:bodyPr lIns="0" tIns="45720" rIns="0"/>
          <a:lstStyle>
            <a:lvl1pPr>
              <a:defRPr lang="en-US" sz="9600" b="1" dirty="0" smtClean="0">
                <a:solidFill>
                  <a:schemeClr val="bg2"/>
                </a:solidFill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 noProof="0"/>
              <a:t>#</a:t>
            </a:r>
          </a:p>
        </p:txBody>
      </p:sp>
      <p:sp>
        <p:nvSpPr>
          <p:cNvPr id="8" name="Legal">
            <a:extLst>
              <a:ext uri="{FF2B5EF4-FFF2-40B4-BE49-F238E27FC236}">
                <a16:creationId xmlns:a16="http://schemas.microsoft.com/office/drawing/2014/main" id="{14DA6E1C-9D47-E410-7BE5-64AAE3275242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>
              <a:defRPr b="0" i="0">
                <a:latin typeface="Arial" panose="020B0604020202020204" pitchFamily="34" charset="0"/>
              </a:defRPr>
            </a:lvl1pPr>
          </a:lstStyle>
          <a:p>
            <a:r>
              <a:rPr lang="en-US" noProof="0"/>
              <a:t>NTT DATA, Inc.</a:t>
            </a:r>
          </a:p>
        </p:txBody>
      </p:sp>
      <p:sp>
        <p:nvSpPr>
          <p:cNvPr id="3" name="InformationType">
            <a:extLst>
              <a:ext uri="{FF2B5EF4-FFF2-40B4-BE49-F238E27FC236}">
                <a16:creationId xmlns:a16="http://schemas.microsoft.com/office/drawing/2014/main" id="{CAFFB951-27A9-5EF6-ACC5-3BE5CDB3578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858000" y="6400031"/>
            <a:ext cx="2065880" cy="304800"/>
          </a:xfrm>
          <a:prstGeom prst="rect">
            <a:avLst/>
          </a:prstGeom>
        </p:spPr>
        <p:txBody>
          <a:bodyPr anchor="ctr"/>
          <a:lstStyle>
            <a:lvl1pPr algn="ctr">
              <a:defRPr lang="en-US" sz="800" b="0" i="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US" noProof="0"/>
              <a:t>[Information Type]</a:t>
            </a:r>
          </a:p>
        </p:txBody>
      </p:sp>
    </p:spTree>
    <p:extLst>
      <p:ext uri="{BB962C8B-B14F-4D97-AF65-F5344CB8AC3E}">
        <p14:creationId xmlns:p14="http://schemas.microsoft.com/office/powerpoint/2010/main" val="28055723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novation Curve with Embedded Image on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nnovation Curve">
            <a:extLst>
              <a:ext uri="{FF2B5EF4-FFF2-40B4-BE49-F238E27FC236}">
                <a16:creationId xmlns:a16="http://schemas.microsoft.com/office/drawing/2014/main" id="{981C731B-323B-2B27-B941-0443635D7D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1000" y="2438400"/>
            <a:ext cx="3739084" cy="3739084"/>
          </a:xfrm>
          <a:prstGeom prst="rect">
            <a:avLst/>
          </a:prstGeom>
        </p:spPr>
      </p:pic>
      <p:sp>
        <p:nvSpPr>
          <p:cNvPr id="6" name="Picture Placeholder 9">
            <a:extLst>
              <a:ext uri="{FF2B5EF4-FFF2-40B4-BE49-F238E27FC236}">
                <a16:creationId xmlns:a16="http://schemas.microsoft.com/office/drawing/2014/main" id="{AFEDEDAD-5176-6B46-6061-8EFC6B390607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 bwMode="gray">
          <a:xfrm>
            <a:off x="396000" y="2447060"/>
            <a:ext cx="3718800" cy="3718800"/>
          </a:xfrm>
          <a:custGeom>
            <a:avLst/>
            <a:gdLst>
              <a:gd name="connsiteX0" fmla="*/ 1704548 w 5267271"/>
              <a:gd name="connsiteY0" fmla="*/ 0 h 5272719"/>
              <a:gd name="connsiteX1" fmla="*/ 3527745 w 5267271"/>
              <a:gd name="connsiteY1" fmla="*/ 1774521 h 5272719"/>
              <a:gd name="connsiteX2" fmla="*/ 5267271 w 5267271"/>
              <a:gd name="connsiteY2" fmla="*/ 5269498 h 5272719"/>
              <a:gd name="connsiteX3" fmla="*/ 3509088 w 5267271"/>
              <a:gd name="connsiteY3" fmla="*/ 5269044 h 5272719"/>
              <a:gd name="connsiteX4" fmla="*/ 1794302 w 5267271"/>
              <a:gd name="connsiteY4" fmla="*/ 1858626 h 5272719"/>
              <a:gd name="connsiteX5" fmla="*/ 1794667 w 5267271"/>
              <a:gd name="connsiteY5" fmla="*/ 5270472 h 5272719"/>
              <a:gd name="connsiteX6" fmla="*/ 0 w 5267271"/>
              <a:gd name="connsiteY6" fmla="*/ 5272719 h 5272719"/>
              <a:gd name="connsiteX7" fmla="*/ 3384 w 5267271"/>
              <a:gd name="connsiteY7" fmla="*/ 1714773 h 5272719"/>
              <a:gd name="connsiteX8" fmla="*/ 569360 w 5267271"/>
              <a:gd name="connsiteY8" fmla="*/ 333790 h 5272719"/>
              <a:gd name="connsiteX9" fmla="*/ 1704548 w 5267271"/>
              <a:gd name="connsiteY9" fmla="*/ 0 h 5272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267271" h="5272719">
                <a:moveTo>
                  <a:pt x="1704548" y="0"/>
                </a:moveTo>
                <a:cubicBezTo>
                  <a:pt x="2442328" y="19929"/>
                  <a:pt x="2925708" y="438914"/>
                  <a:pt x="3527745" y="1774521"/>
                </a:cubicBezTo>
                <a:lnTo>
                  <a:pt x="5267271" y="5269498"/>
                </a:lnTo>
                <a:lnTo>
                  <a:pt x="3509088" y="5269044"/>
                </a:lnTo>
                <a:cubicBezTo>
                  <a:pt x="2932089" y="4085847"/>
                  <a:pt x="2376159" y="3052885"/>
                  <a:pt x="1794302" y="1858626"/>
                </a:cubicBezTo>
                <a:cubicBezTo>
                  <a:pt x="1800510" y="2806405"/>
                  <a:pt x="1797959" y="3550976"/>
                  <a:pt x="1794667" y="5270472"/>
                </a:cubicBezTo>
                <a:lnTo>
                  <a:pt x="0" y="5272719"/>
                </a:lnTo>
                <a:cubicBezTo>
                  <a:pt x="6041" y="3933998"/>
                  <a:pt x="-2660" y="3106972"/>
                  <a:pt x="3384" y="1714773"/>
                </a:cubicBezTo>
                <a:cubicBezTo>
                  <a:pt x="20552" y="931022"/>
                  <a:pt x="285832" y="562108"/>
                  <a:pt x="569360" y="333790"/>
                </a:cubicBezTo>
                <a:cubicBezTo>
                  <a:pt x="852888" y="105472"/>
                  <a:pt x="1272212" y="9538"/>
                  <a:pt x="1704548" y="0"/>
                </a:cubicBezTo>
                <a:close/>
              </a:path>
            </a:pathLst>
          </a:custGeom>
          <a:solidFill>
            <a:schemeClr val="tx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txBody>
          <a:bodyPr wrap="none" lIns="0" tIns="1371600" rIns="0" anchor="t">
            <a:noAutofit/>
          </a:bodyPr>
          <a:lstStyle>
            <a:lvl1pPr marL="0" indent="0" algn="ctr">
              <a:buFontTx/>
              <a:buNone/>
              <a:defRPr sz="1100">
                <a:solidFill>
                  <a:schemeClr val="bg1"/>
                </a:solidFill>
              </a:defRPr>
            </a:lvl1pPr>
          </a:lstStyle>
          <a:p>
            <a:r>
              <a:rPr lang="en-US"/>
              <a:t>      Click to add picture</a:t>
            </a:r>
          </a:p>
        </p:txBody>
      </p:sp>
      <p:sp>
        <p:nvSpPr>
          <p:cNvPr id="7" name="Date">
            <a:extLst>
              <a:ext uri="{FF2B5EF4-FFF2-40B4-BE49-F238E27FC236}">
                <a16:creationId xmlns:a16="http://schemas.microsoft.com/office/drawing/2014/main" id="{3D107E1D-6F9E-D5D4-23A0-05F41092BB8D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r>
              <a:rPr lang="en-US" noProof="0" dirty="0"/>
              <a:t>November 2025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A725B5FD-E0E9-1E4B-5EFE-D46E0910A6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95800" y="2286000"/>
            <a:ext cx="7315200" cy="3886200"/>
          </a:xfrm>
        </p:spPr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FA7AEA8C-8EEB-CD6B-7753-A7002EA38C6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8D24BC2-2B9E-4076-8133-31C4983A0EB9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12" name="Section Number">
            <a:extLst>
              <a:ext uri="{FF2B5EF4-FFF2-40B4-BE49-F238E27FC236}">
                <a16:creationId xmlns:a16="http://schemas.microsoft.com/office/drawing/2014/main" id="{4337322C-F1A6-A8D5-2662-80C365ECE1C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495800" y="685800"/>
            <a:ext cx="7315200" cy="1447800"/>
          </a:xfrm>
          <a:prstGeom prst="rect">
            <a:avLst/>
          </a:prstGeom>
        </p:spPr>
        <p:txBody>
          <a:bodyPr lIns="0" tIns="45720" rIns="0"/>
          <a:lstStyle>
            <a:lvl1pPr>
              <a:defRPr lang="en-US" sz="9600" b="1" dirty="0" smtClean="0">
                <a:solidFill>
                  <a:schemeClr val="bg2"/>
                </a:solidFill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 noProof="0"/>
              <a:t>#</a:t>
            </a:r>
          </a:p>
        </p:txBody>
      </p:sp>
      <p:sp>
        <p:nvSpPr>
          <p:cNvPr id="8" name="Legal">
            <a:extLst>
              <a:ext uri="{FF2B5EF4-FFF2-40B4-BE49-F238E27FC236}">
                <a16:creationId xmlns:a16="http://schemas.microsoft.com/office/drawing/2014/main" id="{BC88EBEC-A4D1-CC23-6E08-93BFBE3DE1C1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>
            <a:lvl1pPr>
              <a:defRPr b="0" i="0">
                <a:latin typeface="Arial" panose="020B0604020202020204" pitchFamily="34" charset="0"/>
              </a:defRPr>
            </a:lvl1pPr>
          </a:lstStyle>
          <a:p>
            <a:r>
              <a:rPr lang="en-US" noProof="0"/>
              <a:t>NTT DATA, Inc.</a:t>
            </a:r>
          </a:p>
        </p:txBody>
      </p:sp>
      <p:sp>
        <p:nvSpPr>
          <p:cNvPr id="3" name="InformationType">
            <a:extLst>
              <a:ext uri="{FF2B5EF4-FFF2-40B4-BE49-F238E27FC236}">
                <a16:creationId xmlns:a16="http://schemas.microsoft.com/office/drawing/2014/main" id="{44FEAAAB-EE18-CB5D-44C6-310E6AB57A1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858000" y="6400031"/>
            <a:ext cx="2065880" cy="304800"/>
          </a:xfrm>
          <a:prstGeom prst="rect">
            <a:avLst/>
          </a:prstGeom>
        </p:spPr>
        <p:txBody>
          <a:bodyPr anchor="ctr"/>
          <a:lstStyle>
            <a:lvl1pPr algn="ctr">
              <a:defRPr lang="en-US" sz="800" b="0" i="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US" noProof="0"/>
              <a:t>[Information Type]</a:t>
            </a:r>
          </a:p>
        </p:txBody>
      </p:sp>
    </p:spTree>
    <p:extLst>
      <p:ext uri="{BB962C8B-B14F-4D97-AF65-F5344CB8AC3E}">
        <p14:creationId xmlns:p14="http://schemas.microsoft.com/office/powerpoint/2010/main" val="12330969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Sidebar on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8F741D54-F18D-E80B-E1F9-560492621C87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0"/>
            <a:ext cx="4038600" cy="6858000"/>
          </a:xfrm>
          <a:prstGeom prst="rect">
            <a:avLst/>
          </a:prstGeom>
          <a:solidFill>
            <a:schemeClr val="tx1">
              <a:lumMod val="75000"/>
            </a:schemeClr>
          </a:solidFill>
        </p:spPr>
        <p:txBody>
          <a:bodyPr tIns="2743200"/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add picture</a:t>
            </a:r>
          </a:p>
        </p:txBody>
      </p:sp>
      <p:sp>
        <p:nvSpPr>
          <p:cNvPr id="3" name="Date">
            <a:extLst>
              <a:ext uri="{FF2B5EF4-FFF2-40B4-BE49-F238E27FC236}">
                <a16:creationId xmlns:a16="http://schemas.microsoft.com/office/drawing/2014/main" id="{299D4CB7-B560-6AA7-879A-088302D3D0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495800" y="6400801"/>
            <a:ext cx="909320" cy="304800"/>
          </a:xfrm>
          <a:prstGeom prst="rect">
            <a:avLst/>
          </a:prstGeom>
          <a:ln w="3175">
            <a:noFill/>
          </a:ln>
        </p:spPr>
        <p:txBody>
          <a:bodyPr/>
          <a:lstStyle/>
          <a:p>
            <a:r>
              <a:rPr lang="en-US" noProof="0" dirty="0"/>
              <a:t>November 2025</a:t>
            </a:r>
          </a:p>
        </p:txBody>
      </p:sp>
      <p:sp>
        <p:nvSpPr>
          <p:cNvPr id="6" name="Title">
            <a:extLst>
              <a:ext uri="{FF2B5EF4-FFF2-40B4-BE49-F238E27FC236}">
                <a16:creationId xmlns:a16="http://schemas.microsoft.com/office/drawing/2014/main" id="{A8AAD6E7-7C26-418D-0B14-EA5390FD88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95800" y="2286000"/>
            <a:ext cx="7315200" cy="3886200"/>
          </a:xfrm>
        </p:spPr>
        <p:txBody>
          <a:bodyPr/>
          <a:lstStyle/>
          <a:p>
            <a:r>
              <a:rPr lang="en-US" noProof="0"/>
              <a:t>Click to edit title</a:t>
            </a:r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DCB869EF-7066-7A3E-AA6F-C7CD49114F5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7793400" y="6400800"/>
            <a:ext cx="720000" cy="304800"/>
          </a:xfrm>
          <a:ln w="3175">
            <a:noFill/>
          </a:ln>
        </p:spPr>
        <p:txBody>
          <a:bodyPr/>
          <a:lstStyle/>
          <a:p>
            <a:fld id="{58D24BC2-2B9E-4076-8133-31C4983A0EB9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7" name="Section Number">
            <a:extLst>
              <a:ext uri="{FF2B5EF4-FFF2-40B4-BE49-F238E27FC236}">
                <a16:creationId xmlns:a16="http://schemas.microsoft.com/office/drawing/2014/main" id="{D2FA19E7-E40A-0756-7707-A3998AC3C7F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495800" y="685800"/>
            <a:ext cx="7315200" cy="1447800"/>
          </a:xfrm>
          <a:prstGeom prst="rect">
            <a:avLst/>
          </a:prstGeom>
        </p:spPr>
        <p:txBody>
          <a:bodyPr lIns="0" tIns="45720" rIns="0"/>
          <a:lstStyle>
            <a:lvl1pPr>
              <a:defRPr lang="en-US" sz="9600" b="1" dirty="0" smtClean="0">
                <a:solidFill>
                  <a:schemeClr val="bg2"/>
                </a:solidFill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 noProof="0"/>
              <a:t>#</a:t>
            </a:r>
          </a:p>
        </p:txBody>
      </p:sp>
      <p:sp>
        <p:nvSpPr>
          <p:cNvPr id="2" name="Legal">
            <a:extLst>
              <a:ext uri="{FF2B5EF4-FFF2-40B4-BE49-F238E27FC236}">
                <a16:creationId xmlns:a16="http://schemas.microsoft.com/office/drawing/2014/main" id="{633C7958-CA9A-A92F-B7E7-8B7973238C83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5479269" y="6400800"/>
            <a:ext cx="2222011" cy="303168"/>
          </a:xfrm>
          <a:ln w="3175">
            <a:noFill/>
          </a:ln>
        </p:spPr>
        <p:txBody>
          <a:bodyPr/>
          <a:lstStyle>
            <a:lvl1pPr>
              <a:defRPr b="0" i="0">
                <a:latin typeface="Arial" panose="020B0604020202020204" pitchFamily="34" charset="0"/>
              </a:defRPr>
            </a:lvl1pPr>
          </a:lstStyle>
          <a:p>
            <a:r>
              <a:rPr lang="en-US" noProof="0"/>
              <a:t>NTT DATA, Inc.</a:t>
            </a:r>
          </a:p>
        </p:txBody>
      </p:sp>
      <p:sp>
        <p:nvSpPr>
          <p:cNvPr id="8" name="InformationType">
            <a:extLst>
              <a:ext uri="{FF2B5EF4-FFF2-40B4-BE49-F238E27FC236}">
                <a16:creationId xmlns:a16="http://schemas.microsoft.com/office/drawing/2014/main" id="{9412A306-2B7E-0534-2F4D-01807ACD929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610600" y="6400031"/>
            <a:ext cx="1752600" cy="304800"/>
          </a:xfrm>
          <a:prstGeom prst="rect">
            <a:avLst/>
          </a:prstGeom>
        </p:spPr>
        <p:txBody>
          <a:bodyPr anchor="ctr"/>
          <a:lstStyle>
            <a:lvl1pPr algn="ctr">
              <a:defRPr lang="en-US" sz="800" b="0" i="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US" noProof="0"/>
              <a:t>[Information Type]</a:t>
            </a:r>
          </a:p>
        </p:txBody>
      </p:sp>
    </p:spTree>
    <p:extLst>
      <p:ext uri="{BB962C8B-B14F-4D97-AF65-F5344CB8AC3E}">
        <p14:creationId xmlns:p14="http://schemas.microsoft.com/office/powerpoint/2010/main" val="25328261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ith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">
            <a:extLst>
              <a:ext uri="{FF2B5EF4-FFF2-40B4-BE49-F238E27FC236}">
                <a16:creationId xmlns:a16="http://schemas.microsoft.com/office/drawing/2014/main" id="{F8661FD8-3372-AC27-F2C7-692F6A0DBD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US" noProof="0" dirty="0"/>
              <a:t>November 2025</a:t>
            </a:r>
          </a:p>
        </p:txBody>
      </p:sp>
      <p:sp>
        <p:nvSpPr>
          <p:cNvPr id="6" name="Legal">
            <a:extLst>
              <a:ext uri="{FF2B5EF4-FFF2-40B4-BE49-F238E27FC236}">
                <a16:creationId xmlns:a16="http://schemas.microsoft.com/office/drawing/2014/main" id="{2F375C79-AE51-6B41-D9FC-0E2F9917F2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b="0" i="0">
                <a:latin typeface="Arial" panose="020B0604020202020204" pitchFamily="34" charset="0"/>
              </a:defRPr>
            </a:lvl1pPr>
          </a:lstStyle>
          <a:p>
            <a:r>
              <a:rPr lang="en-US" noProof="0"/>
              <a:t>NTT DATA, Inc.</a:t>
            </a:r>
          </a:p>
        </p:txBody>
      </p:sp>
      <p:sp>
        <p:nvSpPr>
          <p:cNvPr id="3" name="Slide Number">
            <a:extLst>
              <a:ext uri="{FF2B5EF4-FFF2-40B4-BE49-F238E27FC236}">
                <a16:creationId xmlns:a16="http://schemas.microsoft.com/office/drawing/2014/main" id="{DA1D7C05-6427-2687-6EB6-39368CA8EEB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ctr"/>
            <a:fld id="{83ADEA99-682E-4231-A4C9-95AE759D37D5}" type="slidenum">
              <a:rPr lang="en-US" smtClean="0"/>
              <a:pPr algn="ctr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582735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Without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71198225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ture Blu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TT DATA Global Logo" descr="NTT DATA Global Logo">
            <a:extLst>
              <a:ext uri="{FF2B5EF4-FFF2-40B4-BE49-F238E27FC236}">
                <a16:creationId xmlns:a16="http://schemas.microsoft.com/office/drawing/2014/main" id="{2A4A4756-BF09-2DAA-9B2B-7274ADF973F2}"/>
              </a:ext>
            </a:extLst>
          </p:cNvPr>
          <p:cNvSpPr/>
          <p:nvPr userDrawn="1"/>
        </p:nvSpPr>
        <p:spPr bwMode="black">
          <a:xfrm>
            <a:off x="3403470" y="2880360"/>
            <a:ext cx="5385061" cy="1097280"/>
          </a:xfrm>
          <a:custGeom>
            <a:avLst/>
            <a:gdLst>
              <a:gd name="connsiteX0" fmla="*/ 9329240 w 10020924"/>
              <a:gd name="connsiteY0" fmla="*/ 1080290 h 2041903"/>
              <a:gd name="connsiteX1" fmla="*/ 9251983 w 10020924"/>
              <a:gd name="connsiteY1" fmla="*/ 1187029 h 2041903"/>
              <a:gd name="connsiteX2" fmla="*/ 9329240 w 10020924"/>
              <a:gd name="connsiteY2" fmla="*/ 1296468 h 2041903"/>
              <a:gd name="connsiteX3" fmla="*/ 9782722 w 10020924"/>
              <a:gd name="connsiteY3" fmla="*/ 1296468 h 2041903"/>
              <a:gd name="connsiteX4" fmla="*/ 9782722 w 10020924"/>
              <a:gd name="connsiteY4" fmla="*/ 1080290 h 2041903"/>
              <a:gd name="connsiteX5" fmla="*/ 7331825 w 10020924"/>
              <a:gd name="connsiteY5" fmla="*/ 1080290 h 2041903"/>
              <a:gd name="connsiteX6" fmla="*/ 7254583 w 10020924"/>
              <a:gd name="connsiteY6" fmla="*/ 1187029 h 2041903"/>
              <a:gd name="connsiteX7" fmla="*/ 7331825 w 10020924"/>
              <a:gd name="connsiteY7" fmla="*/ 1296468 h 2041903"/>
              <a:gd name="connsiteX8" fmla="*/ 7785307 w 10020924"/>
              <a:gd name="connsiteY8" fmla="*/ 1296468 h 2041903"/>
              <a:gd name="connsiteX9" fmla="*/ 7785307 w 10020924"/>
              <a:gd name="connsiteY9" fmla="*/ 1080290 h 2041903"/>
              <a:gd name="connsiteX10" fmla="*/ 6171264 w 10020924"/>
              <a:gd name="connsiteY10" fmla="*/ 689323 h 2041903"/>
              <a:gd name="connsiteX11" fmla="*/ 6171264 w 10020924"/>
              <a:gd name="connsiteY11" fmla="*/ 1297318 h 2041903"/>
              <a:gd name="connsiteX12" fmla="*/ 6558679 w 10020924"/>
              <a:gd name="connsiteY12" fmla="*/ 1297318 h 2041903"/>
              <a:gd name="connsiteX13" fmla="*/ 6679368 w 10020924"/>
              <a:gd name="connsiteY13" fmla="*/ 1156413 h 2041903"/>
              <a:gd name="connsiteX14" fmla="*/ 6679368 w 10020924"/>
              <a:gd name="connsiteY14" fmla="*/ 830244 h 2041903"/>
              <a:gd name="connsiteX15" fmla="*/ 6558679 w 10020924"/>
              <a:gd name="connsiteY15" fmla="*/ 689323 h 2041903"/>
              <a:gd name="connsiteX16" fmla="*/ 9072763 w 10020924"/>
              <a:gd name="connsiteY16" fmla="*/ 463851 h 2041903"/>
              <a:gd name="connsiteX17" fmla="*/ 9678449 w 10020924"/>
              <a:gd name="connsiteY17" fmla="*/ 463851 h 2041903"/>
              <a:gd name="connsiteX18" fmla="*/ 10020924 w 10020924"/>
              <a:gd name="connsiteY18" fmla="*/ 826574 h 2041903"/>
              <a:gd name="connsiteX19" fmla="*/ 10020924 w 10020924"/>
              <a:gd name="connsiteY19" fmla="*/ 1522671 h 2041903"/>
              <a:gd name="connsiteX20" fmla="*/ 9304207 w 10020924"/>
              <a:gd name="connsiteY20" fmla="*/ 1522671 h 2041903"/>
              <a:gd name="connsiteX21" fmla="*/ 9015771 w 10020924"/>
              <a:gd name="connsiteY21" fmla="*/ 1219793 h 2041903"/>
              <a:gd name="connsiteX22" fmla="*/ 9015771 w 10020924"/>
              <a:gd name="connsiteY22" fmla="*/ 1169781 h 2041903"/>
              <a:gd name="connsiteX23" fmla="*/ 9294061 w 10020924"/>
              <a:gd name="connsiteY23" fmla="*/ 866738 h 2041903"/>
              <a:gd name="connsiteX24" fmla="*/ 9782829 w 10020924"/>
              <a:gd name="connsiteY24" fmla="*/ 866738 h 2041903"/>
              <a:gd name="connsiteX25" fmla="*/ 9782707 w 10020924"/>
              <a:gd name="connsiteY25" fmla="*/ 829349 h 2041903"/>
              <a:gd name="connsiteX26" fmla="*/ 9662481 w 10020924"/>
              <a:gd name="connsiteY26" fmla="*/ 688428 h 2041903"/>
              <a:gd name="connsiteX27" fmla="*/ 9072763 w 10020924"/>
              <a:gd name="connsiteY27" fmla="*/ 688428 h 2041903"/>
              <a:gd name="connsiteX28" fmla="*/ 8071817 w 10020924"/>
              <a:gd name="connsiteY28" fmla="*/ 463851 h 2041903"/>
              <a:gd name="connsiteX29" fmla="*/ 8991911 w 10020924"/>
              <a:gd name="connsiteY29" fmla="*/ 463851 h 2041903"/>
              <a:gd name="connsiteX30" fmla="*/ 8991911 w 10020924"/>
              <a:gd name="connsiteY30" fmla="*/ 686668 h 2041903"/>
              <a:gd name="connsiteX31" fmla="*/ 8652240 w 10020924"/>
              <a:gd name="connsiteY31" fmla="*/ 686668 h 2041903"/>
              <a:gd name="connsiteX32" fmla="*/ 8652240 w 10020924"/>
              <a:gd name="connsiteY32" fmla="*/ 1522955 h 2041903"/>
              <a:gd name="connsiteX33" fmla="*/ 8411534 w 10020924"/>
              <a:gd name="connsiteY33" fmla="*/ 1522955 h 2041903"/>
              <a:gd name="connsiteX34" fmla="*/ 8411534 w 10020924"/>
              <a:gd name="connsiteY34" fmla="*/ 686668 h 2041903"/>
              <a:gd name="connsiteX35" fmla="*/ 8071817 w 10020924"/>
              <a:gd name="connsiteY35" fmla="*/ 686668 h 2041903"/>
              <a:gd name="connsiteX36" fmla="*/ 7075333 w 10020924"/>
              <a:gd name="connsiteY36" fmla="*/ 463851 h 2041903"/>
              <a:gd name="connsiteX37" fmla="*/ 7681075 w 10020924"/>
              <a:gd name="connsiteY37" fmla="*/ 463851 h 2041903"/>
              <a:gd name="connsiteX38" fmla="*/ 8023417 w 10020924"/>
              <a:gd name="connsiteY38" fmla="*/ 826574 h 2041903"/>
              <a:gd name="connsiteX39" fmla="*/ 8023417 w 10020924"/>
              <a:gd name="connsiteY39" fmla="*/ 1522671 h 2041903"/>
              <a:gd name="connsiteX40" fmla="*/ 7306759 w 10020924"/>
              <a:gd name="connsiteY40" fmla="*/ 1522671 h 2041903"/>
              <a:gd name="connsiteX41" fmla="*/ 7018293 w 10020924"/>
              <a:gd name="connsiteY41" fmla="*/ 1219793 h 2041903"/>
              <a:gd name="connsiteX42" fmla="*/ 7018293 w 10020924"/>
              <a:gd name="connsiteY42" fmla="*/ 1169781 h 2041903"/>
              <a:gd name="connsiteX43" fmla="*/ 7296628 w 10020924"/>
              <a:gd name="connsiteY43" fmla="*/ 866738 h 2041903"/>
              <a:gd name="connsiteX44" fmla="*/ 7785307 w 10020924"/>
              <a:gd name="connsiteY44" fmla="*/ 866738 h 2041903"/>
              <a:gd name="connsiteX45" fmla="*/ 7785307 w 10020924"/>
              <a:gd name="connsiteY45" fmla="*/ 829349 h 2041903"/>
              <a:gd name="connsiteX46" fmla="*/ 7665080 w 10020924"/>
              <a:gd name="connsiteY46" fmla="*/ 688428 h 2041903"/>
              <a:gd name="connsiteX47" fmla="*/ 7075333 w 10020924"/>
              <a:gd name="connsiteY47" fmla="*/ 688428 h 2041903"/>
              <a:gd name="connsiteX48" fmla="*/ 5930572 w 10020924"/>
              <a:gd name="connsiteY48" fmla="*/ 463851 h 2041903"/>
              <a:gd name="connsiteX49" fmla="*/ 6574718 w 10020924"/>
              <a:gd name="connsiteY49" fmla="*/ 463851 h 2041903"/>
              <a:gd name="connsiteX50" fmla="*/ 6925013 w 10020924"/>
              <a:gd name="connsiteY50" fmla="*/ 834884 h 2041903"/>
              <a:gd name="connsiteX51" fmla="*/ 6925013 w 10020924"/>
              <a:gd name="connsiteY51" fmla="*/ 1151743 h 2041903"/>
              <a:gd name="connsiteX52" fmla="*/ 6585968 w 10020924"/>
              <a:gd name="connsiteY52" fmla="*/ 1522671 h 2041903"/>
              <a:gd name="connsiteX53" fmla="*/ 5930572 w 10020924"/>
              <a:gd name="connsiteY53" fmla="*/ 1522671 h 2041903"/>
              <a:gd name="connsiteX54" fmla="*/ 4717895 w 10020924"/>
              <a:gd name="connsiteY54" fmla="*/ 463851 h 2041903"/>
              <a:gd name="connsiteX55" fmla="*/ 5638093 w 10020924"/>
              <a:gd name="connsiteY55" fmla="*/ 463851 h 2041903"/>
              <a:gd name="connsiteX56" fmla="*/ 5638093 w 10020924"/>
              <a:gd name="connsiteY56" fmla="*/ 686668 h 2041903"/>
              <a:gd name="connsiteX57" fmla="*/ 5298318 w 10020924"/>
              <a:gd name="connsiteY57" fmla="*/ 686668 h 2041903"/>
              <a:gd name="connsiteX58" fmla="*/ 5298318 w 10020924"/>
              <a:gd name="connsiteY58" fmla="*/ 1522955 h 2041903"/>
              <a:gd name="connsiteX59" fmla="*/ 5057626 w 10020924"/>
              <a:gd name="connsiteY59" fmla="*/ 1522955 h 2041903"/>
              <a:gd name="connsiteX60" fmla="*/ 5057626 w 10020924"/>
              <a:gd name="connsiteY60" fmla="*/ 686668 h 2041903"/>
              <a:gd name="connsiteX61" fmla="*/ 4717895 w 10020924"/>
              <a:gd name="connsiteY61" fmla="*/ 686668 h 2041903"/>
              <a:gd name="connsiteX62" fmla="*/ 3721291 w 10020924"/>
              <a:gd name="connsiteY62" fmla="*/ 463851 h 2041903"/>
              <a:gd name="connsiteX63" fmla="*/ 4641430 w 10020924"/>
              <a:gd name="connsiteY63" fmla="*/ 463851 h 2041903"/>
              <a:gd name="connsiteX64" fmla="*/ 4641430 w 10020924"/>
              <a:gd name="connsiteY64" fmla="*/ 686668 h 2041903"/>
              <a:gd name="connsiteX65" fmla="*/ 4301654 w 10020924"/>
              <a:gd name="connsiteY65" fmla="*/ 686668 h 2041903"/>
              <a:gd name="connsiteX66" fmla="*/ 4301654 w 10020924"/>
              <a:gd name="connsiteY66" fmla="*/ 1522955 h 2041903"/>
              <a:gd name="connsiteX67" fmla="*/ 4061067 w 10020924"/>
              <a:gd name="connsiteY67" fmla="*/ 1522955 h 2041903"/>
              <a:gd name="connsiteX68" fmla="*/ 4061067 w 10020924"/>
              <a:gd name="connsiteY68" fmla="*/ 686668 h 2041903"/>
              <a:gd name="connsiteX69" fmla="*/ 3721291 w 10020924"/>
              <a:gd name="connsiteY69" fmla="*/ 686668 h 2041903"/>
              <a:gd name="connsiteX70" fmla="*/ 2809822 w 10020924"/>
              <a:gd name="connsiteY70" fmla="*/ 452019 h 2041903"/>
              <a:gd name="connsiteX71" fmla="*/ 3016077 w 10020924"/>
              <a:gd name="connsiteY71" fmla="*/ 572753 h 2041903"/>
              <a:gd name="connsiteX72" fmla="*/ 3381948 w 10020924"/>
              <a:gd name="connsiteY72" fmla="*/ 1270566 h 2041903"/>
              <a:gd name="connsiteX73" fmla="*/ 3400240 w 10020924"/>
              <a:gd name="connsiteY73" fmla="*/ 1281756 h 2041903"/>
              <a:gd name="connsiteX74" fmla="*/ 3406134 w 10020924"/>
              <a:gd name="connsiteY74" fmla="*/ 1255736 h 2041903"/>
              <a:gd name="connsiteX75" fmla="*/ 3402657 w 10020924"/>
              <a:gd name="connsiteY75" fmla="*/ 1123946 h 2041903"/>
              <a:gd name="connsiteX76" fmla="*/ 3402657 w 10020924"/>
              <a:gd name="connsiteY76" fmla="*/ 463522 h 2041903"/>
              <a:gd name="connsiteX77" fmla="*/ 3639813 w 10020924"/>
              <a:gd name="connsiteY77" fmla="*/ 463522 h 2041903"/>
              <a:gd name="connsiteX78" fmla="*/ 3639813 w 10020924"/>
              <a:gd name="connsiteY78" fmla="*/ 1255333 h 2041903"/>
              <a:gd name="connsiteX79" fmla="*/ 3425426 w 10020924"/>
              <a:gd name="connsiteY79" fmla="*/ 1534727 h 2041903"/>
              <a:gd name="connsiteX80" fmla="*/ 3219125 w 10020924"/>
              <a:gd name="connsiteY80" fmla="*/ 1413949 h 2041903"/>
              <a:gd name="connsiteX81" fmla="*/ 2853165 w 10020924"/>
              <a:gd name="connsiteY81" fmla="*/ 716135 h 2041903"/>
              <a:gd name="connsiteX82" fmla="*/ 2834887 w 10020924"/>
              <a:gd name="connsiteY82" fmla="*/ 704930 h 2041903"/>
              <a:gd name="connsiteX83" fmla="*/ 2829009 w 10020924"/>
              <a:gd name="connsiteY83" fmla="*/ 730980 h 2041903"/>
              <a:gd name="connsiteX84" fmla="*/ 2832590 w 10020924"/>
              <a:gd name="connsiteY84" fmla="*/ 862725 h 2041903"/>
              <a:gd name="connsiteX85" fmla="*/ 2832590 w 10020924"/>
              <a:gd name="connsiteY85" fmla="*/ 1523194 h 2041903"/>
              <a:gd name="connsiteX86" fmla="*/ 2595360 w 10020924"/>
              <a:gd name="connsiteY86" fmla="*/ 1523194 h 2041903"/>
              <a:gd name="connsiteX87" fmla="*/ 2595360 w 10020924"/>
              <a:gd name="connsiteY87" fmla="*/ 731368 h 2041903"/>
              <a:gd name="connsiteX88" fmla="*/ 2809822 w 10020924"/>
              <a:gd name="connsiteY88" fmla="*/ 452019 h 2041903"/>
              <a:gd name="connsiteX89" fmla="*/ 1079247 w 10020924"/>
              <a:gd name="connsiteY89" fmla="*/ 330967 h 2041903"/>
              <a:gd name="connsiteX90" fmla="*/ 952084 w 10020924"/>
              <a:gd name="connsiteY90" fmla="*/ 465588 h 2041903"/>
              <a:gd name="connsiteX91" fmla="*/ 887125 w 10020924"/>
              <a:gd name="connsiteY91" fmla="*/ 684091 h 2041903"/>
              <a:gd name="connsiteX92" fmla="*/ 940315 w 10020924"/>
              <a:gd name="connsiteY92" fmla="*/ 833769 h 2041903"/>
              <a:gd name="connsiteX93" fmla="*/ 1079206 w 10020924"/>
              <a:gd name="connsiteY93" fmla="*/ 894946 h 2041903"/>
              <a:gd name="connsiteX94" fmla="*/ 1218097 w 10020924"/>
              <a:gd name="connsiteY94" fmla="*/ 833769 h 2041903"/>
              <a:gd name="connsiteX95" fmla="*/ 1271286 w 10020924"/>
              <a:gd name="connsiteY95" fmla="*/ 684091 h 2041903"/>
              <a:gd name="connsiteX96" fmla="*/ 1206328 w 10020924"/>
              <a:gd name="connsiteY96" fmla="*/ 465588 h 2041903"/>
              <a:gd name="connsiteX97" fmla="*/ 1079247 w 10020924"/>
              <a:gd name="connsiteY97" fmla="*/ 330967 h 2041903"/>
              <a:gd name="connsiteX98" fmla="*/ 805966 w 10020924"/>
              <a:gd name="connsiteY98" fmla="*/ 263259 h 2041903"/>
              <a:gd name="connsiteX99" fmla="*/ 446364 w 10020924"/>
              <a:gd name="connsiteY99" fmla="*/ 449558 h 2041903"/>
              <a:gd name="connsiteX100" fmla="*/ 316290 w 10020924"/>
              <a:gd name="connsiteY100" fmla="*/ 671430 h 2041903"/>
              <a:gd name="connsiteX101" fmla="*/ 265280 w 10020924"/>
              <a:gd name="connsiteY101" fmla="*/ 958605 h 2041903"/>
              <a:gd name="connsiteX102" fmla="*/ 329833 w 10020924"/>
              <a:gd name="connsiteY102" fmla="*/ 1280240 h 2041903"/>
              <a:gd name="connsiteX103" fmla="*/ 505249 w 10020924"/>
              <a:gd name="connsiteY103" fmla="*/ 1539802 h 2041903"/>
              <a:gd name="connsiteX104" fmla="*/ 764163 w 10020924"/>
              <a:gd name="connsiteY104" fmla="*/ 1713204 h 2041903"/>
              <a:gd name="connsiteX105" fmla="*/ 1079208 w 10020924"/>
              <a:gd name="connsiteY105" fmla="*/ 1776358 h 2041903"/>
              <a:gd name="connsiteX106" fmla="*/ 1394254 w 10020924"/>
              <a:gd name="connsiteY106" fmla="*/ 1713204 h 2041903"/>
              <a:gd name="connsiteX107" fmla="*/ 1653167 w 10020924"/>
              <a:gd name="connsiteY107" fmla="*/ 1539802 h 2041903"/>
              <a:gd name="connsiteX108" fmla="*/ 1828584 w 10020924"/>
              <a:gd name="connsiteY108" fmla="*/ 1280240 h 2041903"/>
              <a:gd name="connsiteX109" fmla="*/ 1893137 w 10020924"/>
              <a:gd name="connsiteY109" fmla="*/ 958605 h 2041903"/>
              <a:gd name="connsiteX110" fmla="*/ 1843297 w 10020924"/>
              <a:gd name="connsiteY110" fmla="*/ 674433 h 2041903"/>
              <a:gd name="connsiteX111" fmla="*/ 1715171 w 10020924"/>
              <a:gd name="connsiteY111" fmla="*/ 452650 h 2041903"/>
              <a:gd name="connsiteX112" fmla="*/ 1352451 w 10020924"/>
              <a:gd name="connsiteY112" fmla="*/ 263259 h 2041903"/>
              <a:gd name="connsiteX113" fmla="*/ 1489332 w 10020924"/>
              <a:gd name="connsiteY113" fmla="*/ 469668 h 2041903"/>
              <a:gd name="connsiteX114" fmla="*/ 1533501 w 10020924"/>
              <a:gd name="connsiteY114" fmla="*/ 697463 h 2041903"/>
              <a:gd name="connsiteX115" fmla="*/ 1395669 w 10020924"/>
              <a:gd name="connsiteY115" fmla="*/ 1031243 h 2041903"/>
              <a:gd name="connsiteX116" fmla="*/ 1079208 w 10020924"/>
              <a:gd name="connsiteY116" fmla="*/ 1160853 h 2041903"/>
              <a:gd name="connsiteX117" fmla="*/ 762748 w 10020924"/>
              <a:gd name="connsiteY117" fmla="*/ 1031243 h 2041903"/>
              <a:gd name="connsiteX118" fmla="*/ 624916 w 10020924"/>
              <a:gd name="connsiteY118" fmla="*/ 697463 h 2041903"/>
              <a:gd name="connsiteX119" fmla="*/ 673201 w 10020924"/>
              <a:gd name="connsiteY119" fmla="*/ 463015 h 2041903"/>
              <a:gd name="connsiteX120" fmla="*/ 805966 w 10020924"/>
              <a:gd name="connsiteY120" fmla="*/ 263259 h 2041903"/>
              <a:gd name="connsiteX121" fmla="*/ 817834 w 10020924"/>
              <a:gd name="connsiteY121" fmla="*/ 0 h 2041903"/>
              <a:gd name="connsiteX122" fmla="*/ 963091 w 10020924"/>
              <a:gd name="connsiteY122" fmla="*/ 14770 h 2041903"/>
              <a:gd name="connsiteX123" fmla="*/ 1079167 w 10020924"/>
              <a:gd name="connsiteY123" fmla="*/ 48893 h 2041903"/>
              <a:gd name="connsiteX124" fmla="*/ 1194646 w 10020924"/>
              <a:gd name="connsiteY124" fmla="*/ 14436 h 2041903"/>
              <a:gd name="connsiteX125" fmla="*/ 1340583 w 10020924"/>
              <a:gd name="connsiteY125" fmla="*/ 0 h 2041903"/>
              <a:gd name="connsiteX126" fmla="*/ 1649693 w 10020924"/>
              <a:gd name="connsiteY126" fmla="*/ 72213 h 2041903"/>
              <a:gd name="connsiteX127" fmla="*/ 1910677 w 10020924"/>
              <a:gd name="connsiteY127" fmla="*/ 272891 h 2041903"/>
              <a:gd name="connsiteX128" fmla="*/ 2091072 w 10020924"/>
              <a:gd name="connsiteY128" fmla="*/ 578096 h 2041903"/>
              <a:gd name="connsiteX129" fmla="*/ 2158417 w 10020924"/>
              <a:gd name="connsiteY129" fmla="*/ 963886 h 2041903"/>
              <a:gd name="connsiteX130" fmla="*/ 2071704 w 10020924"/>
              <a:gd name="connsiteY130" fmla="*/ 1388805 h 2041903"/>
              <a:gd name="connsiteX131" fmla="*/ 1837251 w 10020924"/>
              <a:gd name="connsiteY131" fmla="*/ 1730875 h 2041903"/>
              <a:gd name="connsiteX132" fmla="*/ 1493585 w 10020924"/>
              <a:gd name="connsiteY132" fmla="*/ 1958956 h 2041903"/>
              <a:gd name="connsiteX133" fmla="*/ 1079208 w 10020924"/>
              <a:gd name="connsiteY133" fmla="*/ 2041903 h 2041903"/>
              <a:gd name="connsiteX134" fmla="*/ 664832 w 10020924"/>
              <a:gd name="connsiteY134" fmla="*/ 1958956 h 2041903"/>
              <a:gd name="connsiteX135" fmla="*/ 321166 w 10020924"/>
              <a:gd name="connsiteY135" fmla="*/ 1730875 h 2041903"/>
              <a:gd name="connsiteX136" fmla="*/ 86713 w 10020924"/>
              <a:gd name="connsiteY136" fmla="*/ 1388805 h 2041903"/>
              <a:gd name="connsiteX137" fmla="*/ 0 w 10020924"/>
              <a:gd name="connsiteY137" fmla="*/ 963886 h 2041903"/>
              <a:gd name="connsiteX138" fmla="*/ 67345 w 10020924"/>
              <a:gd name="connsiteY138" fmla="*/ 578096 h 2041903"/>
              <a:gd name="connsiteX139" fmla="*/ 247740 w 10020924"/>
              <a:gd name="connsiteY139" fmla="*/ 272891 h 2041903"/>
              <a:gd name="connsiteX140" fmla="*/ 508723 w 10020924"/>
              <a:gd name="connsiteY140" fmla="*/ 72213 h 2041903"/>
              <a:gd name="connsiteX141" fmla="*/ 817834 w 10020924"/>
              <a:gd name="connsiteY141" fmla="*/ 0 h 20419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</a:cxnLst>
            <a:rect l="l" t="t" r="r" b="b"/>
            <a:pathLst>
              <a:path w="10020924" h="2041903">
                <a:moveTo>
                  <a:pt x="9329240" y="1080290"/>
                </a:moveTo>
                <a:cubicBezTo>
                  <a:pt x="9292358" y="1080290"/>
                  <a:pt x="9251983" y="1096116"/>
                  <a:pt x="9251983" y="1187029"/>
                </a:cubicBezTo>
                <a:cubicBezTo>
                  <a:pt x="9251983" y="1277880"/>
                  <a:pt x="9292801" y="1296468"/>
                  <a:pt x="9329240" y="1296468"/>
                </a:cubicBezTo>
                <a:lnTo>
                  <a:pt x="9782722" y="1296468"/>
                </a:lnTo>
                <a:lnTo>
                  <a:pt x="9782722" y="1080290"/>
                </a:lnTo>
                <a:close/>
                <a:moveTo>
                  <a:pt x="7331825" y="1080290"/>
                </a:moveTo>
                <a:cubicBezTo>
                  <a:pt x="7294927" y="1080290"/>
                  <a:pt x="7254583" y="1096116"/>
                  <a:pt x="7254583" y="1187029"/>
                </a:cubicBezTo>
                <a:cubicBezTo>
                  <a:pt x="7254583" y="1277880"/>
                  <a:pt x="7295379" y="1296468"/>
                  <a:pt x="7331825" y="1296468"/>
                </a:cubicBezTo>
                <a:lnTo>
                  <a:pt x="7785307" y="1296468"/>
                </a:lnTo>
                <a:lnTo>
                  <a:pt x="7785307" y="1080290"/>
                </a:lnTo>
                <a:close/>
                <a:moveTo>
                  <a:pt x="6171264" y="689323"/>
                </a:moveTo>
                <a:lnTo>
                  <a:pt x="6171264" y="1297318"/>
                </a:lnTo>
                <a:lnTo>
                  <a:pt x="6558679" y="1297318"/>
                </a:lnTo>
                <a:cubicBezTo>
                  <a:pt x="6645146" y="1297318"/>
                  <a:pt x="6679368" y="1257837"/>
                  <a:pt x="6679368" y="1156413"/>
                </a:cubicBezTo>
                <a:lnTo>
                  <a:pt x="6679368" y="830244"/>
                </a:lnTo>
                <a:cubicBezTo>
                  <a:pt x="6679368" y="728827"/>
                  <a:pt x="6645146" y="689323"/>
                  <a:pt x="6558679" y="689323"/>
                </a:cubicBezTo>
                <a:close/>
                <a:moveTo>
                  <a:pt x="9072763" y="463851"/>
                </a:moveTo>
                <a:lnTo>
                  <a:pt x="9678449" y="463851"/>
                </a:lnTo>
                <a:cubicBezTo>
                  <a:pt x="9932730" y="463851"/>
                  <a:pt x="10020924" y="559816"/>
                  <a:pt x="10020924" y="826574"/>
                </a:cubicBezTo>
                <a:lnTo>
                  <a:pt x="10020924" y="1522671"/>
                </a:lnTo>
                <a:lnTo>
                  <a:pt x="9304207" y="1522671"/>
                </a:lnTo>
                <a:cubicBezTo>
                  <a:pt x="9111641" y="1522671"/>
                  <a:pt x="9015771" y="1435849"/>
                  <a:pt x="9015771" y="1219793"/>
                </a:cubicBezTo>
                <a:lnTo>
                  <a:pt x="9015771" y="1169781"/>
                </a:lnTo>
                <a:cubicBezTo>
                  <a:pt x="9015771" y="959714"/>
                  <a:pt x="9108248" y="866738"/>
                  <a:pt x="9294061" y="866738"/>
                </a:cubicBezTo>
                <a:lnTo>
                  <a:pt x="9782829" y="866738"/>
                </a:lnTo>
                <a:cubicBezTo>
                  <a:pt x="9782829" y="858122"/>
                  <a:pt x="9782707" y="829861"/>
                  <a:pt x="9782707" y="829349"/>
                </a:cubicBezTo>
                <a:cubicBezTo>
                  <a:pt x="9782707" y="727955"/>
                  <a:pt x="9749047" y="688428"/>
                  <a:pt x="9662481" y="688428"/>
                </a:cubicBezTo>
                <a:lnTo>
                  <a:pt x="9072763" y="688428"/>
                </a:lnTo>
                <a:close/>
                <a:moveTo>
                  <a:pt x="8071817" y="463851"/>
                </a:moveTo>
                <a:lnTo>
                  <a:pt x="8991911" y="463851"/>
                </a:lnTo>
                <a:lnTo>
                  <a:pt x="8991911" y="686668"/>
                </a:lnTo>
                <a:lnTo>
                  <a:pt x="8652240" y="686668"/>
                </a:lnTo>
                <a:lnTo>
                  <a:pt x="8652240" y="1522955"/>
                </a:lnTo>
                <a:lnTo>
                  <a:pt x="8411534" y="1522955"/>
                </a:lnTo>
                <a:lnTo>
                  <a:pt x="8411534" y="686668"/>
                </a:lnTo>
                <a:lnTo>
                  <a:pt x="8071817" y="686668"/>
                </a:lnTo>
                <a:close/>
                <a:moveTo>
                  <a:pt x="7075333" y="463851"/>
                </a:moveTo>
                <a:lnTo>
                  <a:pt x="7681075" y="463851"/>
                </a:lnTo>
                <a:cubicBezTo>
                  <a:pt x="7935303" y="463851"/>
                  <a:pt x="8023424" y="559816"/>
                  <a:pt x="8023417" y="826574"/>
                </a:cubicBezTo>
                <a:lnTo>
                  <a:pt x="8023417" y="1522671"/>
                </a:lnTo>
                <a:lnTo>
                  <a:pt x="7306759" y="1522671"/>
                </a:lnTo>
                <a:cubicBezTo>
                  <a:pt x="7114170" y="1522671"/>
                  <a:pt x="7018293" y="1435849"/>
                  <a:pt x="7018293" y="1219793"/>
                </a:cubicBezTo>
                <a:lnTo>
                  <a:pt x="7018293" y="1169781"/>
                </a:lnTo>
                <a:cubicBezTo>
                  <a:pt x="7018293" y="959714"/>
                  <a:pt x="7110792" y="866738"/>
                  <a:pt x="7296628" y="866738"/>
                </a:cubicBezTo>
                <a:lnTo>
                  <a:pt x="7785307" y="866738"/>
                </a:lnTo>
                <a:lnTo>
                  <a:pt x="7785307" y="829349"/>
                </a:lnTo>
                <a:cubicBezTo>
                  <a:pt x="7785307" y="727955"/>
                  <a:pt x="7751547" y="688428"/>
                  <a:pt x="7665080" y="688428"/>
                </a:cubicBezTo>
                <a:lnTo>
                  <a:pt x="7075333" y="688428"/>
                </a:lnTo>
                <a:close/>
                <a:moveTo>
                  <a:pt x="5930572" y="463851"/>
                </a:moveTo>
                <a:lnTo>
                  <a:pt x="6574718" y="463851"/>
                </a:lnTo>
                <a:cubicBezTo>
                  <a:pt x="6817412" y="463851"/>
                  <a:pt x="6925013" y="557409"/>
                  <a:pt x="6925013" y="834884"/>
                </a:cubicBezTo>
                <a:lnTo>
                  <a:pt x="6925013" y="1151743"/>
                </a:lnTo>
                <a:cubicBezTo>
                  <a:pt x="6925013" y="1394650"/>
                  <a:pt x="6843589" y="1522671"/>
                  <a:pt x="6585968" y="1522671"/>
                </a:cubicBezTo>
                <a:lnTo>
                  <a:pt x="5930572" y="1522671"/>
                </a:lnTo>
                <a:close/>
                <a:moveTo>
                  <a:pt x="4717895" y="463851"/>
                </a:moveTo>
                <a:lnTo>
                  <a:pt x="5638093" y="463851"/>
                </a:lnTo>
                <a:lnTo>
                  <a:pt x="5638093" y="686668"/>
                </a:lnTo>
                <a:lnTo>
                  <a:pt x="5298318" y="686668"/>
                </a:lnTo>
                <a:lnTo>
                  <a:pt x="5298318" y="1522955"/>
                </a:lnTo>
                <a:lnTo>
                  <a:pt x="5057626" y="1522955"/>
                </a:lnTo>
                <a:lnTo>
                  <a:pt x="5057626" y="686668"/>
                </a:lnTo>
                <a:lnTo>
                  <a:pt x="4717895" y="686668"/>
                </a:lnTo>
                <a:close/>
                <a:moveTo>
                  <a:pt x="3721291" y="463851"/>
                </a:moveTo>
                <a:lnTo>
                  <a:pt x="4641430" y="463851"/>
                </a:lnTo>
                <a:lnTo>
                  <a:pt x="4641430" y="686668"/>
                </a:lnTo>
                <a:lnTo>
                  <a:pt x="4301654" y="686668"/>
                </a:lnTo>
                <a:lnTo>
                  <a:pt x="4301654" y="1522955"/>
                </a:lnTo>
                <a:lnTo>
                  <a:pt x="4061067" y="1522955"/>
                </a:lnTo>
                <a:lnTo>
                  <a:pt x="4061067" y="686668"/>
                </a:lnTo>
                <a:lnTo>
                  <a:pt x="3721291" y="686668"/>
                </a:lnTo>
                <a:close/>
                <a:moveTo>
                  <a:pt x="2809822" y="452019"/>
                </a:moveTo>
                <a:cubicBezTo>
                  <a:pt x="2915562" y="452019"/>
                  <a:pt x="2970732" y="501487"/>
                  <a:pt x="3016077" y="572753"/>
                </a:cubicBezTo>
                <a:cubicBezTo>
                  <a:pt x="3055320" y="634446"/>
                  <a:pt x="3376830" y="1260842"/>
                  <a:pt x="3381948" y="1270566"/>
                </a:cubicBezTo>
                <a:cubicBezTo>
                  <a:pt x="3386677" y="1279328"/>
                  <a:pt x="3393442" y="1285729"/>
                  <a:pt x="3400240" y="1281756"/>
                </a:cubicBezTo>
                <a:cubicBezTo>
                  <a:pt x="3406237" y="1278349"/>
                  <a:pt x="3406646" y="1267378"/>
                  <a:pt x="3406134" y="1255736"/>
                </a:cubicBezTo>
                <a:cubicBezTo>
                  <a:pt x="3405492" y="1241619"/>
                  <a:pt x="3402657" y="1171378"/>
                  <a:pt x="3402657" y="1123946"/>
                </a:cubicBezTo>
                <a:lnTo>
                  <a:pt x="3402657" y="463522"/>
                </a:lnTo>
                <a:lnTo>
                  <a:pt x="3639813" y="463522"/>
                </a:lnTo>
                <a:lnTo>
                  <a:pt x="3639813" y="1255333"/>
                </a:lnTo>
                <a:cubicBezTo>
                  <a:pt x="3639813" y="1491113"/>
                  <a:pt x="3523557" y="1534727"/>
                  <a:pt x="3425426" y="1534727"/>
                </a:cubicBezTo>
                <a:cubicBezTo>
                  <a:pt x="3319670" y="1534727"/>
                  <a:pt x="3264509" y="1485221"/>
                  <a:pt x="3219125" y="1413949"/>
                </a:cubicBezTo>
                <a:cubicBezTo>
                  <a:pt x="3155813" y="1314503"/>
                  <a:pt x="2857763" y="724966"/>
                  <a:pt x="2853165" y="716135"/>
                </a:cubicBezTo>
                <a:cubicBezTo>
                  <a:pt x="2848558" y="707335"/>
                  <a:pt x="2841793" y="701034"/>
                  <a:pt x="2834887" y="704930"/>
                </a:cubicBezTo>
                <a:cubicBezTo>
                  <a:pt x="2829005" y="708344"/>
                  <a:pt x="2828497" y="719338"/>
                  <a:pt x="2829009" y="730980"/>
                </a:cubicBezTo>
                <a:cubicBezTo>
                  <a:pt x="2829628" y="745090"/>
                  <a:pt x="2832590" y="815378"/>
                  <a:pt x="2832590" y="862725"/>
                </a:cubicBezTo>
                <a:lnTo>
                  <a:pt x="2832590" y="1523194"/>
                </a:lnTo>
                <a:lnTo>
                  <a:pt x="2595360" y="1523194"/>
                </a:lnTo>
                <a:lnTo>
                  <a:pt x="2595360" y="731368"/>
                </a:lnTo>
                <a:cubicBezTo>
                  <a:pt x="2595360" y="495611"/>
                  <a:pt x="2711606" y="452019"/>
                  <a:pt x="2809822" y="452019"/>
                </a:cubicBezTo>
                <a:close/>
                <a:moveTo>
                  <a:pt x="1079247" y="330967"/>
                </a:moveTo>
                <a:cubicBezTo>
                  <a:pt x="1039101" y="354484"/>
                  <a:pt x="989740" y="403598"/>
                  <a:pt x="952084" y="465588"/>
                </a:cubicBezTo>
                <a:cubicBezTo>
                  <a:pt x="914427" y="527577"/>
                  <a:pt x="887125" y="603548"/>
                  <a:pt x="887125" y="684091"/>
                </a:cubicBezTo>
                <a:cubicBezTo>
                  <a:pt x="887125" y="743091"/>
                  <a:pt x="906578" y="795805"/>
                  <a:pt x="940315" y="833769"/>
                </a:cubicBezTo>
                <a:cubicBezTo>
                  <a:pt x="974052" y="871732"/>
                  <a:pt x="1022072" y="894946"/>
                  <a:pt x="1079206" y="894946"/>
                </a:cubicBezTo>
                <a:cubicBezTo>
                  <a:pt x="1136340" y="894946"/>
                  <a:pt x="1184360" y="871732"/>
                  <a:pt x="1218097" y="833769"/>
                </a:cubicBezTo>
                <a:cubicBezTo>
                  <a:pt x="1251833" y="795805"/>
                  <a:pt x="1271286" y="743091"/>
                  <a:pt x="1271286" y="684091"/>
                </a:cubicBezTo>
                <a:cubicBezTo>
                  <a:pt x="1271286" y="603548"/>
                  <a:pt x="1243984" y="527577"/>
                  <a:pt x="1206328" y="465588"/>
                </a:cubicBezTo>
                <a:cubicBezTo>
                  <a:pt x="1168672" y="403598"/>
                  <a:pt x="1110735" y="347874"/>
                  <a:pt x="1079247" y="330967"/>
                </a:cubicBezTo>
                <a:close/>
                <a:moveTo>
                  <a:pt x="805966" y="263259"/>
                </a:moveTo>
                <a:cubicBezTo>
                  <a:pt x="686954" y="257894"/>
                  <a:pt x="551782" y="326830"/>
                  <a:pt x="446364" y="449558"/>
                </a:cubicBezTo>
                <a:cubicBezTo>
                  <a:pt x="393654" y="510922"/>
                  <a:pt x="348383" y="585734"/>
                  <a:pt x="316290" y="671430"/>
                </a:cubicBezTo>
                <a:cubicBezTo>
                  <a:pt x="284196" y="757125"/>
                  <a:pt x="265280" y="853705"/>
                  <a:pt x="265280" y="958605"/>
                </a:cubicBezTo>
                <a:cubicBezTo>
                  <a:pt x="265280" y="1073486"/>
                  <a:pt x="288318" y="1182036"/>
                  <a:pt x="329833" y="1280240"/>
                </a:cubicBezTo>
                <a:cubicBezTo>
                  <a:pt x="371348" y="1378444"/>
                  <a:pt x="431341" y="1466303"/>
                  <a:pt x="505249" y="1539802"/>
                </a:cubicBezTo>
                <a:cubicBezTo>
                  <a:pt x="579158" y="1613301"/>
                  <a:pt x="666983" y="1672440"/>
                  <a:pt x="764163" y="1713204"/>
                </a:cubicBezTo>
                <a:cubicBezTo>
                  <a:pt x="861343" y="1753969"/>
                  <a:pt x="967878" y="1776358"/>
                  <a:pt x="1079208" y="1776358"/>
                </a:cubicBezTo>
                <a:cubicBezTo>
                  <a:pt x="1190538" y="1776358"/>
                  <a:pt x="1297074" y="1753969"/>
                  <a:pt x="1394254" y="1713204"/>
                </a:cubicBezTo>
                <a:cubicBezTo>
                  <a:pt x="1491434" y="1672440"/>
                  <a:pt x="1579259" y="1613301"/>
                  <a:pt x="1653167" y="1539802"/>
                </a:cubicBezTo>
                <a:cubicBezTo>
                  <a:pt x="1727076" y="1466303"/>
                  <a:pt x="1787068" y="1378444"/>
                  <a:pt x="1828584" y="1280240"/>
                </a:cubicBezTo>
                <a:cubicBezTo>
                  <a:pt x="1870099" y="1182036"/>
                  <a:pt x="1893137" y="1073486"/>
                  <a:pt x="1893137" y="958605"/>
                </a:cubicBezTo>
                <a:cubicBezTo>
                  <a:pt x="1893137" y="855344"/>
                  <a:pt x="1874740" y="759689"/>
                  <a:pt x="1843297" y="674433"/>
                </a:cubicBezTo>
                <a:cubicBezTo>
                  <a:pt x="1811852" y="589176"/>
                  <a:pt x="1767361" y="514318"/>
                  <a:pt x="1715171" y="452650"/>
                </a:cubicBezTo>
                <a:cubicBezTo>
                  <a:pt x="1610792" y="329313"/>
                  <a:pt x="1475621" y="258738"/>
                  <a:pt x="1352451" y="263259"/>
                </a:cubicBezTo>
                <a:cubicBezTo>
                  <a:pt x="1412945" y="322179"/>
                  <a:pt x="1458865" y="394141"/>
                  <a:pt x="1489332" y="469668"/>
                </a:cubicBezTo>
                <a:cubicBezTo>
                  <a:pt x="1519800" y="545194"/>
                  <a:pt x="1534815" y="624285"/>
                  <a:pt x="1533501" y="697463"/>
                </a:cubicBezTo>
                <a:cubicBezTo>
                  <a:pt x="1533501" y="833577"/>
                  <a:pt x="1479467" y="949424"/>
                  <a:pt x="1395669" y="1031243"/>
                </a:cubicBezTo>
                <a:cubicBezTo>
                  <a:pt x="1311871" y="1113062"/>
                  <a:pt x="1198308" y="1160853"/>
                  <a:pt x="1079208" y="1160853"/>
                </a:cubicBezTo>
                <a:cubicBezTo>
                  <a:pt x="960109" y="1160853"/>
                  <a:pt x="846546" y="1113062"/>
                  <a:pt x="762748" y="1031243"/>
                </a:cubicBezTo>
                <a:cubicBezTo>
                  <a:pt x="678950" y="949424"/>
                  <a:pt x="624916" y="833577"/>
                  <a:pt x="624916" y="697463"/>
                </a:cubicBezTo>
                <a:cubicBezTo>
                  <a:pt x="624916" y="618236"/>
                  <a:pt x="642018" y="537734"/>
                  <a:pt x="673201" y="463015"/>
                </a:cubicBezTo>
                <a:cubicBezTo>
                  <a:pt x="704383" y="388296"/>
                  <a:pt x="749646" y="319359"/>
                  <a:pt x="805966" y="263259"/>
                </a:cubicBezTo>
                <a:close/>
                <a:moveTo>
                  <a:pt x="817834" y="0"/>
                </a:moveTo>
                <a:cubicBezTo>
                  <a:pt x="866589" y="0"/>
                  <a:pt x="917272" y="5772"/>
                  <a:pt x="963091" y="14770"/>
                </a:cubicBezTo>
                <a:cubicBezTo>
                  <a:pt x="1008909" y="23768"/>
                  <a:pt x="1049865" y="35991"/>
                  <a:pt x="1079167" y="48893"/>
                </a:cubicBezTo>
                <a:cubicBezTo>
                  <a:pt x="1107617" y="35545"/>
                  <a:pt x="1148593" y="23322"/>
                  <a:pt x="1194646" y="14436"/>
                </a:cubicBezTo>
                <a:cubicBezTo>
                  <a:pt x="1240699" y="5549"/>
                  <a:pt x="1291827" y="0"/>
                  <a:pt x="1340583" y="0"/>
                </a:cubicBezTo>
                <a:cubicBezTo>
                  <a:pt x="1448034" y="0"/>
                  <a:pt x="1552874" y="25401"/>
                  <a:pt x="1649693" y="72213"/>
                </a:cubicBezTo>
                <a:cubicBezTo>
                  <a:pt x="1746513" y="119025"/>
                  <a:pt x="1835310" y="187248"/>
                  <a:pt x="1910677" y="272891"/>
                </a:cubicBezTo>
                <a:cubicBezTo>
                  <a:pt x="1986043" y="358535"/>
                  <a:pt x="2047978" y="461600"/>
                  <a:pt x="2091072" y="578096"/>
                </a:cubicBezTo>
                <a:cubicBezTo>
                  <a:pt x="2134165" y="694592"/>
                  <a:pt x="2158417" y="824518"/>
                  <a:pt x="2158417" y="963886"/>
                </a:cubicBezTo>
                <a:cubicBezTo>
                  <a:pt x="2158417" y="1115873"/>
                  <a:pt x="2127372" y="1259243"/>
                  <a:pt x="2071704" y="1388805"/>
                </a:cubicBezTo>
                <a:cubicBezTo>
                  <a:pt x="2016036" y="1518366"/>
                  <a:pt x="1935744" y="1634120"/>
                  <a:pt x="1837251" y="1730875"/>
                </a:cubicBezTo>
                <a:cubicBezTo>
                  <a:pt x="1738759" y="1827631"/>
                  <a:pt x="1622064" y="1905388"/>
                  <a:pt x="1493585" y="1958956"/>
                </a:cubicBezTo>
                <a:cubicBezTo>
                  <a:pt x="1365105" y="2012524"/>
                  <a:pt x="1224841" y="2041903"/>
                  <a:pt x="1079208" y="2041903"/>
                </a:cubicBezTo>
                <a:cubicBezTo>
                  <a:pt x="933576" y="2041903"/>
                  <a:pt x="793312" y="2012524"/>
                  <a:pt x="664832" y="1958956"/>
                </a:cubicBezTo>
                <a:cubicBezTo>
                  <a:pt x="536353" y="1905388"/>
                  <a:pt x="419658" y="1827631"/>
                  <a:pt x="321166" y="1730875"/>
                </a:cubicBezTo>
                <a:cubicBezTo>
                  <a:pt x="222673" y="1634120"/>
                  <a:pt x="142381" y="1518366"/>
                  <a:pt x="86713" y="1388805"/>
                </a:cubicBezTo>
                <a:cubicBezTo>
                  <a:pt x="31045" y="1259243"/>
                  <a:pt x="0" y="1115873"/>
                  <a:pt x="0" y="963886"/>
                </a:cubicBezTo>
                <a:cubicBezTo>
                  <a:pt x="0" y="824518"/>
                  <a:pt x="24252" y="694592"/>
                  <a:pt x="67345" y="578096"/>
                </a:cubicBezTo>
                <a:cubicBezTo>
                  <a:pt x="110439" y="461600"/>
                  <a:pt x="172374" y="358535"/>
                  <a:pt x="247740" y="272891"/>
                </a:cubicBezTo>
                <a:cubicBezTo>
                  <a:pt x="323106" y="187248"/>
                  <a:pt x="411904" y="119025"/>
                  <a:pt x="508723" y="72213"/>
                </a:cubicBezTo>
                <a:cubicBezTo>
                  <a:pt x="605542" y="25401"/>
                  <a:pt x="710382" y="0"/>
                  <a:pt x="817834" y="0"/>
                </a:cubicBezTo>
                <a:close/>
              </a:path>
            </a:pathLst>
          </a:custGeom>
          <a:solidFill>
            <a:srgbClr val="FFFFFF"/>
          </a:solidFill>
          <a:ln w="7639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6102931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mart Navy">
    <p:bg>
      <p:bgPr>
        <a:solidFill>
          <a:srgbClr val="070F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TT DATA Global Logo" descr="NTT DATA Global Logo">
            <a:extLst>
              <a:ext uri="{FF2B5EF4-FFF2-40B4-BE49-F238E27FC236}">
                <a16:creationId xmlns:a16="http://schemas.microsoft.com/office/drawing/2014/main" id="{1615296B-7D86-833D-E6BA-B94DB6EC001E}"/>
              </a:ext>
            </a:extLst>
          </p:cNvPr>
          <p:cNvSpPr/>
          <p:nvPr userDrawn="1"/>
        </p:nvSpPr>
        <p:spPr bwMode="black">
          <a:xfrm>
            <a:off x="3403470" y="2880360"/>
            <a:ext cx="5385061" cy="1097280"/>
          </a:xfrm>
          <a:custGeom>
            <a:avLst/>
            <a:gdLst>
              <a:gd name="connsiteX0" fmla="*/ 9329240 w 10020924"/>
              <a:gd name="connsiteY0" fmla="*/ 1080290 h 2041903"/>
              <a:gd name="connsiteX1" fmla="*/ 9251983 w 10020924"/>
              <a:gd name="connsiteY1" fmla="*/ 1187029 h 2041903"/>
              <a:gd name="connsiteX2" fmla="*/ 9329240 w 10020924"/>
              <a:gd name="connsiteY2" fmla="*/ 1296468 h 2041903"/>
              <a:gd name="connsiteX3" fmla="*/ 9782722 w 10020924"/>
              <a:gd name="connsiteY3" fmla="*/ 1296468 h 2041903"/>
              <a:gd name="connsiteX4" fmla="*/ 9782722 w 10020924"/>
              <a:gd name="connsiteY4" fmla="*/ 1080290 h 2041903"/>
              <a:gd name="connsiteX5" fmla="*/ 7331825 w 10020924"/>
              <a:gd name="connsiteY5" fmla="*/ 1080290 h 2041903"/>
              <a:gd name="connsiteX6" fmla="*/ 7254583 w 10020924"/>
              <a:gd name="connsiteY6" fmla="*/ 1187029 h 2041903"/>
              <a:gd name="connsiteX7" fmla="*/ 7331825 w 10020924"/>
              <a:gd name="connsiteY7" fmla="*/ 1296468 h 2041903"/>
              <a:gd name="connsiteX8" fmla="*/ 7785307 w 10020924"/>
              <a:gd name="connsiteY8" fmla="*/ 1296468 h 2041903"/>
              <a:gd name="connsiteX9" fmla="*/ 7785307 w 10020924"/>
              <a:gd name="connsiteY9" fmla="*/ 1080290 h 2041903"/>
              <a:gd name="connsiteX10" fmla="*/ 6171264 w 10020924"/>
              <a:gd name="connsiteY10" fmla="*/ 689323 h 2041903"/>
              <a:gd name="connsiteX11" fmla="*/ 6171264 w 10020924"/>
              <a:gd name="connsiteY11" fmla="*/ 1297318 h 2041903"/>
              <a:gd name="connsiteX12" fmla="*/ 6558679 w 10020924"/>
              <a:gd name="connsiteY12" fmla="*/ 1297318 h 2041903"/>
              <a:gd name="connsiteX13" fmla="*/ 6679368 w 10020924"/>
              <a:gd name="connsiteY13" fmla="*/ 1156413 h 2041903"/>
              <a:gd name="connsiteX14" fmla="*/ 6679368 w 10020924"/>
              <a:gd name="connsiteY14" fmla="*/ 830244 h 2041903"/>
              <a:gd name="connsiteX15" fmla="*/ 6558679 w 10020924"/>
              <a:gd name="connsiteY15" fmla="*/ 689323 h 2041903"/>
              <a:gd name="connsiteX16" fmla="*/ 9072763 w 10020924"/>
              <a:gd name="connsiteY16" fmla="*/ 463851 h 2041903"/>
              <a:gd name="connsiteX17" fmla="*/ 9678449 w 10020924"/>
              <a:gd name="connsiteY17" fmla="*/ 463851 h 2041903"/>
              <a:gd name="connsiteX18" fmla="*/ 10020924 w 10020924"/>
              <a:gd name="connsiteY18" fmla="*/ 826574 h 2041903"/>
              <a:gd name="connsiteX19" fmla="*/ 10020924 w 10020924"/>
              <a:gd name="connsiteY19" fmla="*/ 1522671 h 2041903"/>
              <a:gd name="connsiteX20" fmla="*/ 9304207 w 10020924"/>
              <a:gd name="connsiteY20" fmla="*/ 1522671 h 2041903"/>
              <a:gd name="connsiteX21" fmla="*/ 9015771 w 10020924"/>
              <a:gd name="connsiteY21" fmla="*/ 1219793 h 2041903"/>
              <a:gd name="connsiteX22" fmla="*/ 9015771 w 10020924"/>
              <a:gd name="connsiteY22" fmla="*/ 1169781 h 2041903"/>
              <a:gd name="connsiteX23" fmla="*/ 9294061 w 10020924"/>
              <a:gd name="connsiteY23" fmla="*/ 866738 h 2041903"/>
              <a:gd name="connsiteX24" fmla="*/ 9782829 w 10020924"/>
              <a:gd name="connsiteY24" fmla="*/ 866738 h 2041903"/>
              <a:gd name="connsiteX25" fmla="*/ 9782707 w 10020924"/>
              <a:gd name="connsiteY25" fmla="*/ 829349 h 2041903"/>
              <a:gd name="connsiteX26" fmla="*/ 9662481 w 10020924"/>
              <a:gd name="connsiteY26" fmla="*/ 688428 h 2041903"/>
              <a:gd name="connsiteX27" fmla="*/ 9072763 w 10020924"/>
              <a:gd name="connsiteY27" fmla="*/ 688428 h 2041903"/>
              <a:gd name="connsiteX28" fmla="*/ 8071817 w 10020924"/>
              <a:gd name="connsiteY28" fmla="*/ 463851 h 2041903"/>
              <a:gd name="connsiteX29" fmla="*/ 8991911 w 10020924"/>
              <a:gd name="connsiteY29" fmla="*/ 463851 h 2041903"/>
              <a:gd name="connsiteX30" fmla="*/ 8991911 w 10020924"/>
              <a:gd name="connsiteY30" fmla="*/ 686668 h 2041903"/>
              <a:gd name="connsiteX31" fmla="*/ 8652240 w 10020924"/>
              <a:gd name="connsiteY31" fmla="*/ 686668 h 2041903"/>
              <a:gd name="connsiteX32" fmla="*/ 8652240 w 10020924"/>
              <a:gd name="connsiteY32" fmla="*/ 1522955 h 2041903"/>
              <a:gd name="connsiteX33" fmla="*/ 8411534 w 10020924"/>
              <a:gd name="connsiteY33" fmla="*/ 1522955 h 2041903"/>
              <a:gd name="connsiteX34" fmla="*/ 8411534 w 10020924"/>
              <a:gd name="connsiteY34" fmla="*/ 686668 h 2041903"/>
              <a:gd name="connsiteX35" fmla="*/ 8071817 w 10020924"/>
              <a:gd name="connsiteY35" fmla="*/ 686668 h 2041903"/>
              <a:gd name="connsiteX36" fmla="*/ 7075333 w 10020924"/>
              <a:gd name="connsiteY36" fmla="*/ 463851 h 2041903"/>
              <a:gd name="connsiteX37" fmla="*/ 7681075 w 10020924"/>
              <a:gd name="connsiteY37" fmla="*/ 463851 h 2041903"/>
              <a:gd name="connsiteX38" fmla="*/ 8023417 w 10020924"/>
              <a:gd name="connsiteY38" fmla="*/ 826574 h 2041903"/>
              <a:gd name="connsiteX39" fmla="*/ 8023417 w 10020924"/>
              <a:gd name="connsiteY39" fmla="*/ 1522671 h 2041903"/>
              <a:gd name="connsiteX40" fmla="*/ 7306759 w 10020924"/>
              <a:gd name="connsiteY40" fmla="*/ 1522671 h 2041903"/>
              <a:gd name="connsiteX41" fmla="*/ 7018293 w 10020924"/>
              <a:gd name="connsiteY41" fmla="*/ 1219793 h 2041903"/>
              <a:gd name="connsiteX42" fmla="*/ 7018293 w 10020924"/>
              <a:gd name="connsiteY42" fmla="*/ 1169781 h 2041903"/>
              <a:gd name="connsiteX43" fmla="*/ 7296628 w 10020924"/>
              <a:gd name="connsiteY43" fmla="*/ 866738 h 2041903"/>
              <a:gd name="connsiteX44" fmla="*/ 7785307 w 10020924"/>
              <a:gd name="connsiteY44" fmla="*/ 866738 h 2041903"/>
              <a:gd name="connsiteX45" fmla="*/ 7785307 w 10020924"/>
              <a:gd name="connsiteY45" fmla="*/ 829349 h 2041903"/>
              <a:gd name="connsiteX46" fmla="*/ 7665080 w 10020924"/>
              <a:gd name="connsiteY46" fmla="*/ 688428 h 2041903"/>
              <a:gd name="connsiteX47" fmla="*/ 7075333 w 10020924"/>
              <a:gd name="connsiteY47" fmla="*/ 688428 h 2041903"/>
              <a:gd name="connsiteX48" fmla="*/ 5930572 w 10020924"/>
              <a:gd name="connsiteY48" fmla="*/ 463851 h 2041903"/>
              <a:gd name="connsiteX49" fmla="*/ 6574718 w 10020924"/>
              <a:gd name="connsiteY49" fmla="*/ 463851 h 2041903"/>
              <a:gd name="connsiteX50" fmla="*/ 6925013 w 10020924"/>
              <a:gd name="connsiteY50" fmla="*/ 834884 h 2041903"/>
              <a:gd name="connsiteX51" fmla="*/ 6925013 w 10020924"/>
              <a:gd name="connsiteY51" fmla="*/ 1151743 h 2041903"/>
              <a:gd name="connsiteX52" fmla="*/ 6585968 w 10020924"/>
              <a:gd name="connsiteY52" fmla="*/ 1522671 h 2041903"/>
              <a:gd name="connsiteX53" fmla="*/ 5930572 w 10020924"/>
              <a:gd name="connsiteY53" fmla="*/ 1522671 h 2041903"/>
              <a:gd name="connsiteX54" fmla="*/ 4717895 w 10020924"/>
              <a:gd name="connsiteY54" fmla="*/ 463851 h 2041903"/>
              <a:gd name="connsiteX55" fmla="*/ 5638093 w 10020924"/>
              <a:gd name="connsiteY55" fmla="*/ 463851 h 2041903"/>
              <a:gd name="connsiteX56" fmla="*/ 5638093 w 10020924"/>
              <a:gd name="connsiteY56" fmla="*/ 686668 h 2041903"/>
              <a:gd name="connsiteX57" fmla="*/ 5298318 w 10020924"/>
              <a:gd name="connsiteY57" fmla="*/ 686668 h 2041903"/>
              <a:gd name="connsiteX58" fmla="*/ 5298318 w 10020924"/>
              <a:gd name="connsiteY58" fmla="*/ 1522955 h 2041903"/>
              <a:gd name="connsiteX59" fmla="*/ 5057626 w 10020924"/>
              <a:gd name="connsiteY59" fmla="*/ 1522955 h 2041903"/>
              <a:gd name="connsiteX60" fmla="*/ 5057626 w 10020924"/>
              <a:gd name="connsiteY60" fmla="*/ 686668 h 2041903"/>
              <a:gd name="connsiteX61" fmla="*/ 4717895 w 10020924"/>
              <a:gd name="connsiteY61" fmla="*/ 686668 h 2041903"/>
              <a:gd name="connsiteX62" fmla="*/ 3721291 w 10020924"/>
              <a:gd name="connsiteY62" fmla="*/ 463851 h 2041903"/>
              <a:gd name="connsiteX63" fmla="*/ 4641430 w 10020924"/>
              <a:gd name="connsiteY63" fmla="*/ 463851 h 2041903"/>
              <a:gd name="connsiteX64" fmla="*/ 4641430 w 10020924"/>
              <a:gd name="connsiteY64" fmla="*/ 686668 h 2041903"/>
              <a:gd name="connsiteX65" fmla="*/ 4301654 w 10020924"/>
              <a:gd name="connsiteY65" fmla="*/ 686668 h 2041903"/>
              <a:gd name="connsiteX66" fmla="*/ 4301654 w 10020924"/>
              <a:gd name="connsiteY66" fmla="*/ 1522955 h 2041903"/>
              <a:gd name="connsiteX67" fmla="*/ 4061067 w 10020924"/>
              <a:gd name="connsiteY67" fmla="*/ 1522955 h 2041903"/>
              <a:gd name="connsiteX68" fmla="*/ 4061067 w 10020924"/>
              <a:gd name="connsiteY68" fmla="*/ 686668 h 2041903"/>
              <a:gd name="connsiteX69" fmla="*/ 3721291 w 10020924"/>
              <a:gd name="connsiteY69" fmla="*/ 686668 h 2041903"/>
              <a:gd name="connsiteX70" fmla="*/ 2809822 w 10020924"/>
              <a:gd name="connsiteY70" fmla="*/ 452019 h 2041903"/>
              <a:gd name="connsiteX71" fmla="*/ 3016077 w 10020924"/>
              <a:gd name="connsiteY71" fmla="*/ 572753 h 2041903"/>
              <a:gd name="connsiteX72" fmla="*/ 3381948 w 10020924"/>
              <a:gd name="connsiteY72" fmla="*/ 1270566 h 2041903"/>
              <a:gd name="connsiteX73" fmla="*/ 3400240 w 10020924"/>
              <a:gd name="connsiteY73" fmla="*/ 1281756 h 2041903"/>
              <a:gd name="connsiteX74" fmla="*/ 3406134 w 10020924"/>
              <a:gd name="connsiteY74" fmla="*/ 1255736 h 2041903"/>
              <a:gd name="connsiteX75" fmla="*/ 3402657 w 10020924"/>
              <a:gd name="connsiteY75" fmla="*/ 1123946 h 2041903"/>
              <a:gd name="connsiteX76" fmla="*/ 3402657 w 10020924"/>
              <a:gd name="connsiteY76" fmla="*/ 463522 h 2041903"/>
              <a:gd name="connsiteX77" fmla="*/ 3639813 w 10020924"/>
              <a:gd name="connsiteY77" fmla="*/ 463522 h 2041903"/>
              <a:gd name="connsiteX78" fmla="*/ 3639813 w 10020924"/>
              <a:gd name="connsiteY78" fmla="*/ 1255333 h 2041903"/>
              <a:gd name="connsiteX79" fmla="*/ 3425426 w 10020924"/>
              <a:gd name="connsiteY79" fmla="*/ 1534727 h 2041903"/>
              <a:gd name="connsiteX80" fmla="*/ 3219125 w 10020924"/>
              <a:gd name="connsiteY80" fmla="*/ 1413949 h 2041903"/>
              <a:gd name="connsiteX81" fmla="*/ 2853165 w 10020924"/>
              <a:gd name="connsiteY81" fmla="*/ 716135 h 2041903"/>
              <a:gd name="connsiteX82" fmla="*/ 2834887 w 10020924"/>
              <a:gd name="connsiteY82" fmla="*/ 704930 h 2041903"/>
              <a:gd name="connsiteX83" fmla="*/ 2829009 w 10020924"/>
              <a:gd name="connsiteY83" fmla="*/ 730980 h 2041903"/>
              <a:gd name="connsiteX84" fmla="*/ 2832590 w 10020924"/>
              <a:gd name="connsiteY84" fmla="*/ 862725 h 2041903"/>
              <a:gd name="connsiteX85" fmla="*/ 2832590 w 10020924"/>
              <a:gd name="connsiteY85" fmla="*/ 1523194 h 2041903"/>
              <a:gd name="connsiteX86" fmla="*/ 2595360 w 10020924"/>
              <a:gd name="connsiteY86" fmla="*/ 1523194 h 2041903"/>
              <a:gd name="connsiteX87" fmla="*/ 2595360 w 10020924"/>
              <a:gd name="connsiteY87" fmla="*/ 731368 h 2041903"/>
              <a:gd name="connsiteX88" fmla="*/ 2809822 w 10020924"/>
              <a:gd name="connsiteY88" fmla="*/ 452019 h 2041903"/>
              <a:gd name="connsiteX89" fmla="*/ 1079247 w 10020924"/>
              <a:gd name="connsiteY89" fmla="*/ 330967 h 2041903"/>
              <a:gd name="connsiteX90" fmla="*/ 952084 w 10020924"/>
              <a:gd name="connsiteY90" fmla="*/ 465588 h 2041903"/>
              <a:gd name="connsiteX91" fmla="*/ 887125 w 10020924"/>
              <a:gd name="connsiteY91" fmla="*/ 684091 h 2041903"/>
              <a:gd name="connsiteX92" fmla="*/ 940315 w 10020924"/>
              <a:gd name="connsiteY92" fmla="*/ 833769 h 2041903"/>
              <a:gd name="connsiteX93" fmla="*/ 1079206 w 10020924"/>
              <a:gd name="connsiteY93" fmla="*/ 894946 h 2041903"/>
              <a:gd name="connsiteX94" fmla="*/ 1218097 w 10020924"/>
              <a:gd name="connsiteY94" fmla="*/ 833769 h 2041903"/>
              <a:gd name="connsiteX95" fmla="*/ 1271286 w 10020924"/>
              <a:gd name="connsiteY95" fmla="*/ 684091 h 2041903"/>
              <a:gd name="connsiteX96" fmla="*/ 1206328 w 10020924"/>
              <a:gd name="connsiteY96" fmla="*/ 465588 h 2041903"/>
              <a:gd name="connsiteX97" fmla="*/ 1079247 w 10020924"/>
              <a:gd name="connsiteY97" fmla="*/ 330967 h 2041903"/>
              <a:gd name="connsiteX98" fmla="*/ 805966 w 10020924"/>
              <a:gd name="connsiteY98" fmla="*/ 263259 h 2041903"/>
              <a:gd name="connsiteX99" fmla="*/ 446364 w 10020924"/>
              <a:gd name="connsiteY99" fmla="*/ 449558 h 2041903"/>
              <a:gd name="connsiteX100" fmla="*/ 316290 w 10020924"/>
              <a:gd name="connsiteY100" fmla="*/ 671430 h 2041903"/>
              <a:gd name="connsiteX101" fmla="*/ 265280 w 10020924"/>
              <a:gd name="connsiteY101" fmla="*/ 958605 h 2041903"/>
              <a:gd name="connsiteX102" fmla="*/ 329833 w 10020924"/>
              <a:gd name="connsiteY102" fmla="*/ 1280240 h 2041903"/>
              <a:gd name="connsiteX103" fmla="*/ 505249 w 10020924"/>
              <a:gd name="connsiteY103" fmla="*/ 1539802 h 2041903"/>
              <a:gd name="connsiteX104" fmla="*/ 764163 w 10020924"/>
              <a:gd name="connsiteY104" fmla="*/ 1713204 h 2041903"/>
              <a:gd name="connsiteX105" fmla="*/ 1079208 w 10020924"/>
              <a:gd name="connsiteY105" fmla="*/ 1776358 h 2041903"/>
              <a:gd name="connsiteX106" fmla="*/ 1394254 w 10020924"/>
              <a:gd name="connsiteY106" fmla="*/ 1713204 h 2041903"/>
              <a:gd name="connsiteX107" fmla="*/ 1653167 w 10020924"/>
              <a:gd name="connsiteY107" fmla="*/ 1539802 h 2041903"/>
              <a:gd name="connsiteX108" fmla="*/ 1828584 w 10020924"/>
              <a:gd name="connsiteY108" fmla="*/ 1280240 h 2041903"/>
              <a:gd name="connsiteX109" fmla="*/ 1893137 w 10020924"/>
              <a:gd name="connsiteY109" fmla="*/ 958605 h 2041903"/>
              <a:gd name="connsiteX110" fmla="*/ 1843297 w 10020924"/>
              <a:gd name="connsiteY110" fmla="*/ 674433 h 2041903"/>
              <a:gd name="connsiteX111" fmla="*/ 1715171 w 10020924"/>
              <a:gd name="connsiteY111" fmla="*/ 452650 h 2041903"/>
              <a:gd name="connsiteX112" fmla="*/ 1352451 w 10020924"/>
              <a:gd name="connsiteY112" fmla="*/ 263259 h 2041903"/>
              <a:gd name="connsiteX113" fmla="*/ 1489332 w 10020924"/>
              <a:gd name="connsiteY113" fmla="*/ 469668 h 2041903"/>
              <a:gd name="connsiteX114" fmla="*/ 1533501 w 10020924"/>
              <a:gd name="connsiteY114" fmla="*/ 697463 h 2041903"/>
              <a:gd name="connsiteX115" fmla="*/ 1395669 w 10020924"/>
              <a:gd name="connsiteY115" fmla="*/ 1031243 h 2041903"/>
              <a:gd name="connsiteX116" fmla="*/ 1079208 w 10020924"/>
              <a:gd name="connsiteY116" fmla="*/ 1160853 h 2041903"/>
              <a:gd name="connsiteX117" fmla="*/ 762748 w 10020924"/>
              <a:gd name="connsiteY117" fmla="*/ 1031243 h 2041903"/>
              <a:gd name="connsiteX118" fmla="*/ 624916 w 10020924"/>
              <a:gd name="connsiteY118" fmla="*/ 697463 h 2041903"/>
              <a:gd name="connsiteX119" fmla="*/ 673201 w 10020924"/>
              <a:gd name="connsiteY119" fmla="*/ 463015 h 2041903"/>
              <a:gd name="connsiteX120" fmla="*/ 805966 w 10020924"/>
              <a:gd name="connsiteY120" fmla="*/ 263259 h 2041903"/>
              <a:gd name="connsiteX121" fmla="*/ 817834 w 10020924"/>
              <a:gd name="connsiteY121" fmla="*/ 0 h 2041903"/>
              <a:gd name="connsiteX122" fmla="*/ 963091 w 10020924"/>
              <a:gd name="connsiteY122" fmla="*/ 14770 h 2041903"/>
              <a:gd name="connsiteX123" fmla="*/ 1079167 w 10020924"/>
              <a:gd name="connsiteY123" fmla="*/ 48893 h 2041903"/>
              <a:gd name="connsiteX124" fmla="*/ 1194646 w 10020924"/>
              <a:gd name="connsiteY124" fmla="*/ 14436 h 2041903"/>
              <a:gd name="connsiteX125" fmla="*/ 1340583 w 10020924"/>
              <a:gd name="connsiteY125" fmla="*/ 0 h 2041903"/>
              <a:gd name="connsiteX126" fmla="*/ 1649693 w 10020924"/>
              <a:gd name="connsiteY126" fmla="*/ 72213 h 2041903"/>
              <a:gd name="connsiteX127" fmla="*/ 1910677 w 10020924"/>
              <a:gd name="connsiteY127" fmla="*/ 272891 h 2041903"/>
              <a:gd name="connsiteX128" fmla="*/ 2091072 w 10020924"/>
              <a:gd name="connsiteY128" fmla="*/ 578096 h 2041903"/>
              <a:gd name="connsiteX129" fmla="*/ 2158417 w 10020924"/>
              <a:gd name="connsiteY129" fmla="*/ 963886 h 2041903"/>
              <a:gd name="connsiteX130" fmla="*/ 2071704 w 10020924"/>
              <a:gd name="connsiteY130" fmla="*/ 1388805 h 2041903"/>
              <a:gd name="connsiteX131" fmla="*/ 1837251 w 10020924"/>
              <a:gd name="connsiteY131" fmla="*/ 1730875 h 2041903"/>
              <a:gd name="connsiteX132" fmla="*/ 1493585 w 10020924"/>
              <a:gd name="connsiteY132" fmla="*/ 1958956 h 2041903"/>
              <a:gd name="connsiteX133" fmla="*/ 1079208 w 10020924"/>
              <a:gd name="connsiteY133" fmla="*/ 2041903 h 2041903"/>
              <a:gd name="connsiteX134" fmla="*/ 664832 w 10020924"/>
              <a:gd name="connsiteY134" fmla="*/ 1958956 h 2041903"/>
              <a:gd name="connsiteX135" fmla="*/ 321166 w 10020924"/>
              <a:gd name="connsiteY135" fmla="*/ 1730875 h 2041903"/>
              <a:gd name="connsiteX136" fmla="*/ 86713 w 10020924"/>
              <a:gd name="connsiteY136" fmla="*/ 1388805 h 2041903"/>
              <a:gd name="connsiteX137" fmla="*/ 0 w 10020924"/>
              <a:gd name="connsiteY137" fmla="*/ 963886 h 2041903"/>
              <a:gd name="connsiteX138" fmla="*/ 67345 w 10020924"/>
              <a:gd name="connsiteY138" fmla="*/ 578096 h 2041903"/>
              <a:gd name="connsiteX139" fmla="*/ 247740 w 10020924"/>
              <a:gd name="connsiteY139" fmla="*/ 272891 h 2041903"/>
              <a:gd name="connsiteX140" fmla="*/ 508723 w 10020924"/>
              <a:gd name="connsiteY140" fmla="*/ 72213 h 2041903"/>
              <a:gd name="connsiteX141" fmla="*/ 817834 w 10020924"/>
              <a:gd name="connsiteY141" fmla="*/ 0 h 20419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</a:cxnLst>
            <a:rect l="l" t="t" r="r" b="b"/>
            <a:pathLst>
              <a:path w="10020924" h="2041903">
                <a:moveTo>
                  <a:pt x="9329240" y="1080290"/>
                </a:moveTo>
                <a:cubicBezTo>
                  <a:pt x="9292358" y="1080290"/>
                  <a:pt x="9251983" y="1096116"/>
                  <a:pt x="9251983" y="1187029"/>
                </a:cubicBezTo>
                <a:cubicBezTo>
                  <a:pt x="9251983" y="1277880"/>
                  <a:pt x="9292801" y="1296468"/>
                  <a:pt x="9329240" y="1296468"/>
                </a:cubicBezTo>
                <a:lnTo>
                  <a:pt x="9782722" y="1296468"/>
                </a:lnTo>
                <a:lnTo>
                  <a:pt x="9782722" y="1080290"/>
                </a:lnTo>
                <a:close/>
                <a:moveTo>
                  <a:pt x="7331825" y="1080290"/>
                </a:moveTo>
                <a:cubicBezTo>
                  <a:pt x="7294927" y="1080290"/>
                  <a:pt x="7254583" y="1096116"/>
                  <a:pt x="7254583" y="1187029"/>
                </a:cubicBezTo>
                <a:cubicBezTo>
                  <a:pt x="7254583" y="1277880"/>
                  <a:pt x="7295379" y="1296468"/>
                  <a:pt x="7331825" y="1296468"/>
                </a:cubicBezTo>
                <a:lnTo>
                  <a:pt x="7785307" y="1296468"/>
                </a:lnTo>
                <a:lnTo>
                  <a:pt x="7785307" y="1080290"/>
                </a:lnTo>
                <a:close/>
                <a:moveTo>
                  <a:pt x="6171264" y="689323"/>
                </a:moveTo>
                <a:lnTo>
                  <a:pt x="6171264" y="1297318"/>
                </a:lnTo>
                <a:lnTo>
                  <a:pt x="6558679" y="1297318"/>
                </a:lnTo>
                <a:cubicBezTo>
                  <a:pt x="6645146" y="1297318"/>
                  <a:pt x="6679368" y="1257837"/>
                  <a:pt x="6679368" y="1156413"/>
                </a:cubicBezTo>
                <a:lnTo>
                  <a:pt x="6679368" y="830244"/>
                </a:lnTo>
                <a:cubicBezTo>
                  <a:pt x="6679368" y="728827"/>
                  <a:pt x="6645146" y="689323"/>
                  <a:pt x="6558679" y="689323"/>
                </a:cubicBezTo>
                <a:close/>
                <a:moveTo>
                  <a:pt x="9072763" y="463851"/>
                </a:moveTo>
                <a:lnTo>
                  <a:pt x="9678449" y="463851"/>
                </a:lnTo>
                <a:cubicBezTo>
                  <a:pt x="9932730" y="463851"/>
                  <a:pt x="10020924" y="559816"/>
                  <a:pt x="10020924" y="826574"/>
                </a:cubicBezTo>
                <a:lnTo>
                  <a:pt x="10020924" y="1522671"/>
                </a:lnTo>
                <a:lnTo>
                  <a:pt x="9304207" y="1522671"/>
                </a:lnTo>
                <a:cubicBezTo>
                  <a:pt x="9111641" y="1522671"/>
                  <a:pt x="9015771" y="1435849"/>
                  <a:pt x="9015771" y="1219793"/>
                </a:cubicBezTo>
                <a:lnTo>
                  <a:pt x="9015771" y="1169781"/>
                </a:lnTo>
                <a:cubicBezTo>
                  <a:pt x="9015771" y="959714"/>
                  <a:pt x="9108248" y="866738"/>
                  <a:pt x="9294061" y="866738"/>
                </a:cubicBezTo>
                <a:lnTo>
                  <a:pt x="9782829" y="866738"/>
                </a:lnTo>
                <a:cubicBezTo>
                  <a:pt x="9782829" y="858122"/>
                  <a:pt x="9782707" y="829861"/>
                  <a:pt x="9782707" y="829349"/>
                </a:cubicBezTo>
                <a:cubicBezTo>
                  <a:pt x="9782707" y="727955"/>
                  <a:pt x="9749047" y="688428"/>
                  <a:pt x="9662481" y="688428"/>
                </a:cubicBezTo>
                <a:lnTo>
                  <a:pt x="9072763" y="688428"/>
                </a:lnTo>
                <a:close/>
                <a:moveTo>
                  <a:pt x="8071817" y="463851"/>
                </a:moveTo>
                <a:lnTo>
                  <a:pt x="8991911" y="463851"/>
                </a:lnTo>
                <a:lnTo>
                  <a:pt x="8991911" y="686668"/>
                </a:lnTo>
                <a:lnTo>
                  <a:pt x="8652240" y="686668"/>
                </a:lnTo>
                <a:lnTo>
                  <a:pt x="8652240" y="1522955"/>
                </a:lnTo>
                <a:lnTo>
                  <a:pt x="8411534" y="1522955"/>
                </a:lnTo>
                <a:lnTo>
                  <a:pt x="8411534" y="686668"/>
                </a:lnTo>
                <a:lnTo>
                  <a:pt x="8071817" y="686668"/>
                </a:lnTo>
                <a:close/>
                <a:moveTo>
                  <a:pt x="7075333" y="463851"/>
                </a:moveTo>
                <a:lnTo>
                  <a:pt x="7681075" y="463851"/>
                </a:lnTo>
                <a:cubicBezTo>
                  <a:pt x="7935303" y="463851"/>
                  <a:pt x="8023424" y="559816"/>
                  <a:pt x="8023417" y="826574"/>
                </a:cubicBezTo>
                <a:lnTo>
                  <a:pt x="8023417" y="1522671"/>
                </a:lnTo>
                <a:lnTo>
                  <a:pt x="7306759" y="1522671"/>
                </a:lnTo>
                <a:cubicBezTo>
                  <a:pt x="7114170" y="1522671"/>
                  <a:pt x="7018293" y="1435849"/>
                  <a:pt x="7018293" y="1219793"/>
                </a:cubicBezTo>
                <a:lnTo>
                  <a:pt x="7018293" y="1169781"/>
                </a:lnTo>
                <a:cubicBezTo>
                  <a:pt x="7018293" y="959714"/>
                  <a:pt x="7110792" y="866738"/>
                  <a:pt x="7296628" y="866738"/>
                </a:cubicBezTo>
                <a:lnTo>
                  <a:pt x="7785307" y="866738"/>
                </a:lnTo>
                <a:lnTo>
                  <a:pt x="7785307" y="829349"/>
                </a:lnTo>
                <a:cubicBezTo>
                  <a:pt x="7785307" y="727955"/>
                  <a:pt x="7751547" y="688428"/>
                  <a:pt x="7665080" y="688428"/>
                </a:cubicBezTo>
                <a:lnTo>
                  <a:pt x="7075333" y="688428"/>
                </a:lnTo>
                <a:close/>
                <a:moveTo>
                  <a:pt x="5930572" y="463851"/>
                </a:moveTo>
                <a:lnTo>
                  <a:pt x="6574718" y="463851"/>
                </a:lnTo>
                <a:cubicBezTo>
                  <a:pt x="6817412" y="463851"/>
                  <a:pt x="6925013" y="557409"/>
                  <a:pt x="6925013" y="834884"/>
                </a:cubicBezTo>
                <a:lnTo>
                  <a:pt x="6925013" y="1151743"/>
                </a:lnTo>
                <a:cubicBezTo>
                  <a:pt x="6925013" y="1394650"/>
                  <a:pt x="6843589" y="1522671"/>
                  <a:pt x="6585968" y="1522671"/>
                </a:cubicBezTo>
                <a:lnTo>
                  <a:pt x="5930572" y="1522671"/>
                </a:lnTo>
                <a:close/>
                <a:moveTo>
                  <a:pt x="4717895" y="463851"/>
                </a:moveTo>
                <a:lnTo>
                  <a:pt x="5638093" y="463851"/>
                </a:lnTo>
                <a:lnTo>
                  <a:pt x="5638093" y="686668"/>
                </a:lnTo>
                <a:lnTo>
                  <a:pt x="5298318" y="686668"/>
                </a:lnTo>
                <a:lnTo>
                  <a:pt x="5298318" y="1522955"/>
                </a:lnTo>
                <a:lnTo>
                  <a:pt x="5057626" y="1522955"/>
                </a:lnTo>
                <a:lnTo>
                  <a:pt x="5057626" y="686668"/>
                </a:lnTo>
                <a:lnTo>
                  <a:pt x="4717895" y="686668"/>
                </a:lnTo>
                <a:close/>
                <a:moveTo>
                  <a:pt x="3721291" y="463851"/>
                </a:moveTo>
                <a:lnTo>
                  <a:pt x="4641430" y="463851"/>
                </a:lnTo>
                <a:lnTo>
                  <a:pt x="4641430" y="686668"/>
                </a:lnTo>
                <a:lnTo>
                  <a:pt x="4301654" y="686668"/>
                </a:lnTo>
                <a:lnTo>
                  <a:pt x="4301654" y="1522955"/>
                </a:lnTo>
                <a:lnTo>
                  <a:pt x="4061067" y="1522955"/>
                </a:lnTo>
                <a:lnTo>
                  <a:pt x="4061067" y="686668"/>
                </a:lnTo>
                <a:lnTo>
                  <a:pt x="3721291" y="686668"/>
                </a:lnTo>
                <a:close/>
                <a:moveTo>
                  <a:pt x="2809822" y="452019"/>
                </a:moveTo>
                <a:cubicBezTo>
                  <a:pt x="2915562" y="452019"/>
                  <a:pt x="2970732" y="501487"/>
                  <a:pt x="3016077" y="572753"/>
                </a:cubicBezTo>
                <a:cubicBezTo>
                  <a:pt x="3055320" y="634446"/>
                  <a:pt x="3376830" y="1260842"/>
                  <a:pt x="3381948" y="1270566"/>
                </a:cubicBezTo>
                <a:cubicBezTo>
                  <a:pt x="3386677" y="1279328"/>
                  <a:pt x="3393442" y="1285729"/>
                  <a:pt x="3400240" y="1281756"/>
                </a:cubicBezTo>
                <a:cubicBezTo>
                  <a:pt x="3406237" y="1278349"/>
                  <a:pt x="3406646" y="1267378"/>
                  <a:pt x="3406134" y="1255736"/>
                </a:cubicBezTo>
                <a:cubicBezTo>
                  <a:pt x="3405492" y="1241619"/>
                  <a:pt x="3402657" y="1171378"/>
                  <a:pt x="3402657" y="1123946"/>
                </a:cubicBezTo>
                <a:lnTo>
                  <a:pt x="3402657" y="463522"/>
                </a:lnTo>
                <a:lnTo>
                  <a:pt x="3639813" y="463522"/>
                </a:lnTo>
                <a:lnTo>
                  <a:pt x="3639813" y="1255333"/>
                </a:lnTo>
                <a:cubicBezTo>
                  <a:pt x="3639813" y="1491113"/>
                  <a:pt x="3523557" y="1534727"/>
                  <a:pt x="3425426" y="1534727"/>
                </a:cubicBezTo>
                <a:cubicBezTo>
                  <a:pt x="3319670" y="1534727"/>
                  <a:pt x="3264509" y="1485221"/>
                  <a:pt x="3219125" y="1413949"/>
                </a:cubicBezTo>
                <a:cubicBezTo>
                  <a:pt x="3155813" y="1314503"/>
                  <a:pt x="2857763" y="724966"/>
                  <a:pt x="2853165" y="716135"/>
                </a:cubicBezTo>
                <a:cubicBezTo>
                  <a:pt x="2848558" y="707335"/>
                  <a:pt x="2841793" y="701034"/>
                  <a:pt x="2834887" y="704930"/>
                </a:cubicBezTo>
                <a:cubicBezTo>
                  <a:pt x="2829005" y="708344"/>
                  <a:pt x="2828497" y="719338"/>
                  <a:pt x="2829009" y="730980"/>
                </a:cubicBezTo>
                <a:cubicBezTo>
                  <a:pt x="2829628" y="745090"/>
                  <a:pt x="2832590" y="815378"/>
                  <a:pt x="2832590" y="862725"/>
                </a:cubicBezTo>
                <a:lnTo>
                  <a:pt x="2832590" y="1523194"/>
                </a:lnTo>
                <a:lnTo>
                  <a:pt x="2595360" y="1523194"/>
                </a:lnTo>
                <a:lnTo>
                  <a:pt x="2595360" y="731368"/>
                </a:lnTo>
                <a:cubicBezTo>
                  <a:pt x="2595360" y="495611"/>
                  <a:pt x="2711606" y="452019"/>
                  <a:pt x="2809822" y="452019"/>
                </a:cubicBezTo>
                <a:close/>
                <a:moveTo>
                  <a:pt x="1079247" y="330967"/>
                </a:moveTo>
                <a:cubicBezTo>
                  <a:pt x="1039101" y="354484"/>
                  <a:pt x="989740" y="403598"/>
                  <a:pt x="952084" y="465588"/>
                </a:cubicBezTo>
                <a:cubicBezTo>
                  <a:pt x="914427" y="527577"/>
                  <a:pt x="887125" y="603548"/>
                  <a:pt x="887125" y="684091"/>
                </a:cubicBezTo>
                <a:cubicBezTo>
                  <a:pt x="887125" y="743091"/>
                  <a:pt x="906578" y="795805"/>
                  <a:pt x="940315" y="833769"/>
                </a:cubicBezTo>
                <a:cubicBezTo>
                  <a:pt x="974052" y="871732"/>
                  <a:pt x="1022072" y="894946"/>
                  <a:pt x="1079206" y="894946"/>
                </a:cubicBezTo>
                <a:cubicBezTo>
                  <a:pt x="1136340" y="894946"/>
                  <a:pt x="1184360" y="871732"/>
                  <a:pt x="1218097" y="833769"/>
                </a:cubicBezTo>
                <a:cubicBezTo>
                  <a:pt x="1251833" y="795805"/>
                  <a:pt x="1271286" y="743091"/>
                  <a:pt x="1271286" y="684091"/>
                </a:cubicBezTo>
                <a:cubicBezTo>
                  <a:pt x="1271286" y="603548"/>
                  <a:pt x="1243984" y="527577"/>
                  <a:pt x="1206328" y="465588"/>
                </a:cubicBezTo>
                <a:cubicBezTo>
                  <a:pt x="1168672" y="403598"/>
                  <a:pt x="1110735" y="347874"/>
                  <a:pt x="1079247" y="330967"/>
                </a:cubicBezTo>
                <a:close/>
                <a:moveTo>
                  <a:pt x="805966" y="263259"/>
                </a:moveTo>
                <a:cubicBezTo>
                  <a:pt x="686954" y="257894"/>
                  <a:pt x="551782" y="326830"/>
                  <a:pt x="446364" y="449558"/>
                </a:cubicBezTo>
                <a:cubicBezTo>
                  <a:pt x="393654" y="510922"/>
                  <a:pt x="348383" y="585734"/>
                  <a:pt x="316290" y="671430"/>
                </a:cubicBezTo>
                <a:cubicBezTo>
                  <a:pt x="284196" y="757125"/>
                  <a:pt x="265280" y="853705"/>
                  <a:pt x="265280" y="958605"/>
                </a:cubicBezTo>
                <a:cubicBezTo>
                  <a:pt x="265280" y="1073486"/>
                  <a:pt x="288318" y="1182036"/>
                  <a:pt x="329833" y="1280240"/>
                </a:cubicBezTo>
                <a:cubicBezTo>
                  <a:pt x="371348" y="1378444"/>
                  <a:pt x="431341" y="1466303"/>
                  <a:pt x="505249" y="1539802"/>
                </a:cubicBezTo>
                <a:cubicBezTo>
                  <a:pt x="579158" y="1613301"/>
                  <a:pt x="666983" y="1672440"/>
                  <a:pt x="764163" y="1713204"/>
                </a:cubicBezTo>
                <a:cubicBezTo>
                  <a:pt x="861343" y="1753969"/>
                  <a:pt x="967878" y="1776358"/>
                  <a:pt x="1079208" y="1776358"/>
                </a:cubicBezTo>
                <a:cubicBezTo>
                  <a:pt x="1190538" y="1776358"/>
                  <a:pt x="1297074" y="1753969"/>
                  <a:pt x="1394254" y="1713204"/>
                </a:cubicBezTo>
                <a:cubicBezTo>
                  <a:pt x="1491434" y="1672440"/>
                  <a:pt x="1579259" y="1613301"/>
                  <a:pt x="1653167" y="1539802"/>
                </a:cubicBezTo>
                <a:cubicBezTo>
                  <a:pt x="1727076" y="1466303"/>
                  <a:pt x="1787068" y="1378444"/>
                  <a:pt x="1828584" y="1280240"/>
                </a:cubicBezTo>
                <a:cubicBezTo>
                  <a:pt x="1870099" y="1182036"/>
                  <a:pt x="1893137" y="1073486"/>
                  <a:pt x="1893137" y="958605"/>
                </a:cubicBezTo>
                <a:cubicBezTo>
                  <a:pt x="1893137" y="855344"/>
                  <a:pt x="1874740" y="759689"/>
                  <a:pt x="1843297" y="674433"/>
                </a:cubicBezTo>
                <a:cubicBezTo>
                  <a:pt x="1811852" y="589176"/>
                  <a:pt x="1767361" y="514318"/>
                  <a:pt x="1715171" y="452650"/>
                </a:cubicBezTo>
                <a:cubicBezTo>
                  <a:pt x="1610792" y="329313"/>
                  <a:pt x="1475621" y="258738"/>
                  <a:pt x="1352451" y="263259"/>
                </a:cubicBezTo>
                <a:cubicBezTo>
                  <a:pt x="1412945" y="322179"/>
                  <a:pt x="1458865" y="394141"/>
                  <a:pt x="1489332" y="469668"/>
                </a:cubicBezTo>
                <a:cubicBezTo>
                  <a:pt x="1519800" y="545194"/>
                  <a:pt x="1534815" y="624285"/>
                  <a:pt x="1533501" y="697463"/>
                </a:cubicBezTo>
                <a:cubicBezTo>
                  <a:pt x="1533501" y="833577"/>
                  <a:pt x="1479467" y="949424"/>
                  <a:pt x="1395669" y="1031243"/>
                </a:cubicBezTo>
                <a:cubicBezTo>
                  <a:pt x="1311871" y="1113062"/>
                  <a:pt x="1198308" y="1160853"/>
                  <a:pt x="1079208" y="1160853"/>
                </a:cubicBezTo>
                <a:cubicBezTo>
                  <a:pt x="960109" y="1160853"/>
                  <a:pt x="846546" y="1113062"/>
                  <a:pt x="762748" y="1031243"/>
                </a:cubicBezTo>
                <a:cubicBezTo>
                  <a:pt x="678950" y="949424"/>
                  <a:pt x="624916" y="833577"/>
                  <a:pt x="624916" y="697463"/>
                </a:cubicBezTo>
                <a:cubicBezTo>
                  <a:pt x="624916" y="618236"/>
                  <a:pt x="642018" y="537734"/>
                  <a:pt x="673201" y="463015"/>
                </a:cubicBezTo>
                <a:cubicBezTo>
                  <a:pt x="704383" y="388296"/>
                  <a:pt x="749646" y="319359"/>
                  <a:pt x="805966" y="263259"/>
                </a:cubicBezTo>
                <a:close/>
                <a:moveTo>
                  <a:pt x="817834" y="0"/>
                </a:moveTo>
                <a:cubicBezTo>
                  <a:pt x="866589" y="0"/>
                  <a:pt x="917272" y="5772"/>
                  <a:pt x="963091" y="14770"/>
                </a:cubicBezTo>
                <a:cubicBezTo>
                  <a:pt x="1008909" y="23768"/>
                  <a:pt x="1049865" y="35991"/>
                  <a:pt x="1079167" y="48893"/>
                </a:cubicBezTo>
                <a:cubicBezTo>
                  <a:pt x="1107617" y="35545"/>
                  <a:pt x="1148593" y="23322"/>
                  <a:pt x="1194646" y="14436"/>
                </a:cubicBezTo>
                <a:cubicBezTo>
                  <a:pt x="1240699" y="5549"/>
                  <a:pt x="1291827" y="0"/>
                  <a:pt x="1340583" y="0"/>
                </a:cubicBezTo>
                <a:cubicBezTo>
                  <a:pt x="1448034" y="0"/>
                  <a:pt x="1552874" y="25401"/>
                  <a:pt x="1649693" y="72213"/>
                </a:cubicBezTo>
                <a:cubicBezTo>
                  <a:pt x="1746513" y="119025"/>
                  <a:pt x="1835310" y="187248"/>
                  <a:pt x="1910677" y="272891"/>
                </a:cubicBezTo>
                <a:cubicBezTo>
                  <a:pt x="1986043" y="358535"/>
                  <a:pt x="2047978" y="461600"/>
                  <a:pt x="2091072" y="578096"/>
                </a:cubicBezTo>
                <a:cubicBezTo>
                  <a:pt x="2134165" y="694592"/>
                  <a:pt x="2158417" y="824518"/>
                  <a:pt x="2158417" y="963886"/>
                </a:cubicBezTo>
                <a:cubicBezTo>
                  <a:pt x="2158417" y="1115873"/>
                  <a:pt x="2127372" y="1259243"/>
                  <a:pt x="2071704" y="1388805"/>
                </a:cubicBezTo>
                <a:cubicBezTo>
                  <a:pt x="2016036" y="1518366"/>
                  <a:pt x="1935744" y="1634120"/>
                  <a:pt x="1837251" y="1730875"/>
                </a:cubicBezTo>
                <a:cubicBezTo>
                  <a:pt x="1738759" y="1827631"/>
                  <a:pt x="1622064" y="1905388"/>
                  <a:pt x="1493585" y="1958956"/>
                </a:cubicBezTo>
                <a:cubicBezTo>
                  <a:pt x="1365105" y="2012524"/>
                  <a:pt x="1224841" y="2041903"/>
                  <a:pt x="1079208" y="2041903"/>
                </a:cubicBezTo>
                <a:cubicBezTo>
                  <a:pt x="933576" y="2041903"/>
                  <a:pt x="793312" y="2012524"/>
                  <a:pt x="664832" y="1958956"/>
                </a:cubicBezTo>
                <a:cubicBezTo>
                  <a:pt x="536353" y="1905388"/>
                  <a:pt x="419658" y="1827631"/>
                  <a:pt x="321166" y="1730875"/>
                </a:cubicBezTo>
                <a:cubicBezTo>
                  <a:pt x="222673" y="1634120"/>
                  <a:pt x="142381" y="1518366"/>
                  <a:pt x="86713" y="1388805"/>
                </a:cubicBezTo>
                <a:cubicBezTo>
                  <a:pt x="31045" y="1259243"/>
                  <a:pt x="0" y="1115873"/>
                  <a:pt x="0" y="963886"/>
                </a:cubicBezTo>
                <a:cubicBezTo>
                  <a:pt x="0" y="824518"/>
                  <a:pt x="24252" y="694592"/>
                  <a:pt x="67345" y="578096"/>
                </a:cubicBezTo>
                <a:cubicBezTo>
                  <a:pt x="110439" y="461600"/>
                  <a:pt x="172374" y="358535"/>
                  <a:pt x="247740" y="272891"/>
                </a:cubicBezTo>
                <a:cubicBezTo>
                  <a:pt x="323106" y="187248"/>
                  <a:pt x="411904" y="119025"/>
                  <a:pt x="508723" y="72213"/>
                </a:cubicBezTo>
                <a:cubicBezTo>
                  <a:pt x="605542" y="25401"/>
                  <a:pt x="710382" y="0"/>
                  <a:pt x="817834" y="0"/>
                </a:cubicBezTo>
                <a:close/>
              </a:path>
            </a:pathLst>
          </a:custGeom>
          <a:solidFill>
            <a:srgbClr val="FFFFFF"/>
          </a:solidFill>
          <a:ln w="7639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9900586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it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TT DATA Global Logo" descr="NTT DATA Global Logo">
            <a:extLst>
              <a:ext uri="{FF2B5EF4-FFF2-40B4-BE49-F238E27FC236}">
                <a16:creationId xmlns:a16="http://schemas.microsoft.com/office/drawing/2014/main" id="{9B1656D1-90B8-BAEC-BAE1-40408FA32F2C}"/>
              </a:ext>
            </a:extLst>
          </p:cNvPr>
          <p:cNvSpPr/>
          <p:nvPr userDrawn="1"/>
        </p:nvSpPr>
        <p:spPr bwMode="black">
          <a:xfrm>
            <a:off x="3403470" y="2880360"/>
            <a:ext cx="5385061" cy="1097280"/>
          </a:xfrm>
          <a:custGeom>
            <a:avLst/>
            <a:gdLst>
              <a:gd name="connsiteX0" fmla="*/ 9329240 w 10020924"/>
              <a:gd name="connsiteY0" fmla="*/ 1080290 h 2041903"/>
              <a:gd name="connsiteX1" fmla="*/ 9251983 w 10020924"/>
              <a:gd name="connsiteY1" fmla="*/ 1187029 h 2041903"/>
              <a:gd name="connsiteX2" fmla="*/ 9329240 w 10020924"/>
              <a:gd name="connsiteY2" fmla="*/ 1296468 h 2041903"/>
              <a:gd name="connsiteX3" fmla="*/ 9782722 w 10020924"/>
              <a:gd name="connsiteY3" fmla="*/ 1296468 h 2041903"/>
              <a:gd name="connsiteX4" fmla="*/ 9782722 w 10020924"/>
              <a:gd name="connsiteY4" fmla="*/ 1080290 h 2041903"/>
              <a:gd name="connsiteX5" fmla="*/ 7331825 w 10020924"/>
              <a:gd name="connsiteY5" fmla="*/ 1080290 h 2041903"/>
              <a:gd name="connsiteX6" fmla="*/ 7254583 w 10020924"/>
              <a:gd name="connsiteY6" fmla="*/ 1187029 h 2041903"/>
              <a:gd name="connsiteX7" fmla="*/ 7331825 w 10020924"/>
              <a:gd name="connsiteY7" fmla="*/ 1296468 h 2041903"/>
              <a:gd name="connsiteX8" fmla="*/ 7785307 w 10020924"/>
              <a:gd name="connsiteY8" fmla="*/ 1296468 h 2041903"/>
              <a:gd name="connsiteX9" fmla="*/ 7785307 w 10020924"/>
              <a:gd name="connsiteY9" fmla="*/ 1080290 h 2041903"/>
              <a:gd name="connsiteX10" fmla="*/ 6171264 w 10020924"/>
              <a:gd name="connsiteY10" fmla="*/ 689323 h 2041903"/>
              <a:gd name="connsiteX11" fmla="*/ 6171264 w 10020924"/>
              <a:gd name="connsiteY11" fmla="*/ 1297318 h 2041903"/>
              <a:gd name="connsiteX12" fmla="*/ 6558679 w 10020924"/>
              <a:gd name="connsiteY12" fmla="*/ 1297318 h 2041903"/>
              <a:gd name="connsiteX13" fmla="*/ 6679368 w 10020924"/>
              <a:gd name="connsiteY13" fmla="*/ 1156413 h 2041903"/>
              <a:gd name="connsiteX14" fmla="*/ 6679368 w 10020924"/>
              <a:gd name="connsiteY14" fmla="*/ 830244 h 2041903"/>
              <a:gd name="connsiteX15" fmla="*/ 6558679 w 10020924"/>
              <a:gd name="connsiteY15" fmla="*/ 689323 h 2041903"/>
              <a:gd name="connsiteX16" fmla="*/ 9072763 w 10020924"/>
              <a:gd name="connsiteY16" fmla="*/ 463851 h 2041903"/>
              <a:gd name="connsiteX17" fmla="*/ 9678449 w 10020924"/>
              <a:gd name="connsiteY17" fmla="*/ 463851 h 2041903"/>
              <a:gd name="connsiteX18" fmla="*/ 10020924 w 10020924"/>
              <a:gd name="connsiteY18" fmla="*/ 826574 h 2041903"/>
              <a:gd name="connsiteX19" fmla="*/ 10020924 w 10020924"/>
              <a:gd name="connsiteY19" fmla="*/ 1522671 h 2041903"/>
              <a:gd name="connsiteX20" fmla="*/ 9304207 w 10020924"/>
              <a:gd name="connsiteY20" fmla="*/ 1522671 h 2041903"/>
              <a:gd name="connsiteX21" fmla="*/ 9015771 w 10020924"/>
              <a:gd name="connsiteY21" fmla="*/ 1219793 h 2041903"/>
              <a:gd name="connsiteX22" fmla="*/ 9015771 w 10020924"/>
              <a:gd name="connsiteY22" fmla="*/ 1169781 h 2041903"/>
              <a:gd name="connsiteX23" fmla="*/ 9294061 w 10020924"/>
              <a:gd name="connsiteY23" fmla="*/ 866738 h 2041903"/>
              <a:gd name="connsiteX24" fmla="*/ 9782829 w 10020924"/>
              <a:gd name="connsiteY24" fmla="*/ 866738 h 2041903"/>
              <a:gd name="connsiteX25" fmla="*/ 9782707 w 10020924"/>
              <a:gd name="connsiteY25" fmla="*/ 829349 h 2041903"/>
              <a:gd name="connsiteX26" fmla="*/ 9662481 w 10020924"/>
              <a:gd name="connsiteY26" fmla="*/ 688428 h 2041903"/>
              <a:gd name="connsiteX27" fmla="*/ 9072763 w 10020924"/>
              <a:gd name="connsiteY27" fmla="*/ 688428 h 2041903"/>
              <a:gd name="connsiteX28" fmla="*/ 8071817 w 10020924"/>
              <a:gd name="connsiteY28" fmla="*/ 463851 h 2041903"/>
              <a:gd name="connsiteX29" fmla="*/ 8991911 w 10020924"/>
              <a:gd name="connsiteY29" fmla="*/ 463851 h 2041903"/>
              <a:gd name="connsiteX30" fmla="*/ 8991911 w 10020924"/>
              <a:gd name="connsiteY30" fmla="*/ 686668 h 2041903"/>
              <a:gd name="connsiteX31" fmla="*/ 8652240 w 10020924"/>
              <a:gd name="connsiteY31" fmla="*/ 686668 h 2041903"/>
              <a:gd name="connsiteX32" fmla="*/ 8652240 w 10020924"/>
              <a:gd name="connsiteY32" fmla="*/ 1522955 h 2041903"/>
              <a:gd name="connsiteX33" fmla="*/ 8411534 w 10020924"/>
              <a:gd name="connsiteY33" fmla="*/ 1522955 h 2041903"/>
              <a:gd name="connsiteX34" fmla="*/ 8411534 w 10020924"/>
              <a:gd name="connsiteY34" fmla="*/ 686668 h 2041903"/>
              <a:gd name="connsiteX35" fmla="*/ 8071817 w 10020924"/>
              <a:gd name="connsiteY35" fmla="*/ 686668 h 2041903"/>
              <a:gd name="connsiteX36" fmla="*/ 7075333 w 10020924"/>
              <a:gd name="connsiteY36" fmla="*/ 463851 h 2041903"/>
              <a:gd name="connsiteX37" fmla="*/ 7681075 w 10020924"/>
              <a:gd name="connsiteY37" fmla="*/ 463851 h 2041903"/>
              <a:gd name="connsiteX38" fmla="*/ 8023417 w 10020924"/>
              <a:gd name="connsiteY38" fmla="*/ 826574 h 2041903"/>
              <a:gd name="connsiteX39" fmla="*/ 8023417 w 10020924"/>
              <a:gd name="connsiteY39" fmla="*/ 1522671 h 2041903"/>
              <a:gd name="connsiteX40" fmla="*/ 7306759 w 10020924"/>
              <a:gd name="connsiteY40" fmla="*/ 1522671 h 2041903"/>
              <a:gd name="connsiteX41" fmla="*/ 7018293 w 10020924"/>
              <a:gd name="connsiteY41" fmla="*/ 1219793 h 2041903"/>
              <a:gd name="connsiteX42" fmla="*/ 7018293 w 10020924"/>
              <a:gd name="connsiteY42" fmla="*/ 1169781 h 2041903"/>
              <a:gd name="connsiteX43" fmla="*/ 7296628 w 10020924"/>
              <a:gd name="connsiteY43" fmla="*/ 866738 h 2041903"/>
              <a:gd name="connsiteX44" fmla="*/ 7785307 w 10020924"/>
              <a:gd name="connsiteY44" fmla="*/ 866738 h 2041903"/>
              <a:gd name="connsiteX45" fmla="*/ 7785307 w 10020924"/>
              <a:gd name="connsiteY45" fmla="*/ 829349 h 2041903"/>
              <a:gd name="connsiteX46" fmla="*/ 7665080 w 10020924"/>
              <a:gd name="connsiteY46" fmla="*/ 688428 h 2041903"/>
              <a:gd name="connsiteX47" fmla="*/ 7075333 w 10020924"/>
              <a:gd name="connsiteY47" fmla="*/ 688428 h 2041903"/>
              <a:gd name="connsiteX48" fmla="*/ 5930572 w 10020924"/>
              <a:gd name="connsiteY48" fmla="*/ 463851 h 2041903"/>
              <a:gd name="connsiteX49" fmla="*/ 6574718 w 10020924"/>
              <a:gd name="connsiteY49" fmla="*/ 463851 h 2041903"/>
              <a:gd name="connsiteX50" fmla="*/ 6925013 w 10020924"/>
              <a:gd name="connsiteY50" fmla="*/ 834884 h 2041903"/>
              <a:gd name="connsiteX51" fmla="*/ 6925013 w 10020924"/>
              <a:gd name="connsiteY51" fmla="*/ 1151743 h 2041903"/>
              <a:gd name="connsiteX52" fmla="*/ 6585968 w 10020924"/>
              <a:gd name="connsiteY52" fmla="*/ 1522671 h 2041903"/>
              <a:gd name="connsiteX53" fmla="*/ 5930572 w 10020924"/>
              <a:gd name="connsiteY53" fmla="*/ 1522671 h 2041903"/>
              <a:gd name="connsiteX54" fmla="*/ 4717895 w 10020924"/>
              <a:gd name="connsiteY54" fmla="*/ 463851 h 2041903"/>
              <a:gd name="connsiteX55" fmla="*/ 5638093 w 10020924"/>
              <a:gd name="connsiteY55" fmla="*/ 463851 h 2041903"/>
              <a:gd name="connsiteX56" fmla="*/ 5638093 w 10020924"/>
              <a:gd name="connsiteY56" fmla="*/ 686668 h 2041903"/>
              <a:gd name="connsiteX57" fmla="*/ 5298318 w 10020924"/>
              <a:gd name="connsiteY57" fmla="*/ 686668 h 2041903"/>
              <a:gd name="connsiteX58" fmla="*/ 5298318 w 10020924"/>
              <a:gd name="connsiteY58" fmla="*/ 1522955 h 2041903"/>
              <a:gd name="connsiteX59" fmla="*/ 5057626 w 10020924"/>
              <a:gd name="connsiteY59" fmla="*/ 1522955 h 2041903"/>
              <a:gd name="connsiteX60" fmla="*/ 5057626 w 10020924"/>
              <a:gd name="connsiteY60" fmla="*/ 686668 h 2041903"/>
              <a:gd name="connsiteX61" fmla="*/ 4717895 w 10020924"/>
              <a:gd name="connsiteY61" fmla="*/ 686668 h 2041903"/>
              <a:gd name="connsiteX62" fmla="*/ 3721291 w 10020924"/>
              <a:gd name="connsiteY62" fmla="*/ 463851 h 2041903"/>
              <a:gd name="connsiteX63" fmla="*/ 4641430 w 10020924"/>
              <a:gd name="connsiteY63" fmla="*/ 463851 h 2041903"/>
              <a:gd name="connsiteX64" fmla="*/ 4641430 w 10020924"/>
              <a:gd name="connsiteY64" fmla="*/ 686668 h 2041903"/>
              <a:gd name="connsiteX65" fmla="*/ 4301654 w 10020924"/>
              <a:gd name="connsiteY65" fmla="*/ 686668 h 2041903"/>
              <a:gd name="connsiteX66" fmla="*/ 4301654 w 10020924"/>
              <a:gd name="connsiteY66" fmla="*/ 1522955 h 2041903"/>
              <a:gd name="connsiteX67" fmla="*/ 4061067 w 10020924"/>
              <a:gd name="connsiteY67" fmla="*/ 1522955 h 2041903"/>
              <a:gd name="connsiteX68" fmla="*/ 4061067 w 10020924"/>
              <a:gd name="connsiteY68" fmla="*/ 686668 h 2041903"/>
              <a:gd name="connsiteX69" fmla="*/ 3721291 w 10020924"/>
              <a:gd name="connsiteY69" fmla="*/ 686668 h 2041903"/>
              <a:gd name="connsiteX70" fmla="*/ 2809822 w 10020924"/>
              <a:gd name="connsiteY70" fmla="*/ 452019 h 2041903"/>
              <a:gd name="connsiteX71" fmla="*/ 3016077 w 10020924"/>
              <a:gd name="connsiteY71" fmla="*/ 572753 h 2041903"/>
              <a:gd name="connsiteX72" fmla="*/ 3381948 w 10020924"/>
              <a:gd name="connsiteY72" fmla="*/ 1270566 h 2041903"/>
              <a:gd name="connsiteX73" fmla="*/ 3400240 w 10020924"/>
              <a:gd name="connsiteY73" fmla="*/ 1281756 h 2041903"/>
              <a:gd name="connsiteX74" fmla="*/ 3406134 w 10020924"/>
              <a:gd name="connsiteY74" fmla="*/ 1255736 h 2041903"/>
              <a:gd name="connsiteX75" fmla="*/ 3402657 w 10020924"/>
              <a:gd name="connsiteY75" fmla="*/ 1123946 h 2041903"/>
              <a:gd name="connsiteX76" fmla="*/ 3402657 w 10020924"/>
              <a:gd name="connsiteY76" fmla="*/ 463522 h 2041903"/>
              <a:gd name="connsiteX77" fmla="*/ 3639813 w 10020924"/>
              <a:gd name="connsiteY77" fmla="*/ 463522 h 2041903"/>
              <a:gd name="connsiteX78" fmla="*/ 3639813 w 10020924"/>
              <a:gd name="connsiteY78" fmla="*/ 1255333 h 2041903"/>
              <a:gd name="connsiteX79" fmla="*/ 3425426 w 10020924"/>
              <a:gd name="connsiteY79" fmla="*/ 1534727 h 2041903"/>
              <a:gd name="connsiteX80" fmla="*/ 3219125 w 10020924"/>
              <a:gd name="connsiteY80" fmla="*/ 1413949 h 2041903"/>
              <a:gd name="connsiteX81" fmla="*/ 2853165 w 10020924"/>
              <a:gd name="connsiteY81" fmla="*/ 716135 h 2041903"/>
              <a:gd name="connsiteX82" fmla="*/ 2834887 w 10020924"/>
              <a:gd name="connsiteY82" fmla="*/ 704930 h 2041903"/>
              <a:gd name="connsiteX83" fmla="*/ 2829009 w 10020924"/>
              <a:gd name="connsiteY83" fmla="*/ 730980 h 2041903"/>
              <a:gd name="connsiteX84" fmla="*/ 2832590 w 10020924"/>
              <a:gd name="connsiteY84" fmla="*/ 862725 h 2041903"/>
              <a:gd name="connsiteX85" fmla="*/ 2832590 w 10020924"/>
              <a:gd name="connsiteY85" fmla="*/ 1523194 h 2041903"/>
              <a:gd name="connsiteX86" fmla="*/ 2595360 w 10020924"/>
              <a:gd name="connsiteY86" fmla="*/ 1523194 h 2041903"/>
              <a:gd name="connsiteX87" fmla="*/ 2595360 w 10020924"/>
              <a:gd name="connsiteY87" fmla="*/ 731368 h 2041903"/>
              <a:gd name="connsiteX88" fmla="*/ 2809822 w 10020924"/>
              <a:gd name="connsiteY88" fmla="*/ 452019 h 2041903"/>
              <a:gd name="connsiteX89" fmla="*/ 1079247 w 10020924"/>
              <a:gd name="connsiteY89" fmla="*/ 330967 h 2041903"/>
              <a:gd name="connsiteX90" fmla="*/ 952084 w 10020924"/>
              <a:gd name="connsiteY90" fmla="*/ 465588 h 2041903"/>
              <a:gd name="connsiteX91" fmla="*/ 887125 w 10020924"/>
              <a:gd name="connsiteY91" fmla="*/ 684091 h 2041903"/>
              <a:gd name="connsiteX92" fmla="*/ 940315 w 10020924"/>
              <a:gd name="connsiteY92" fmla="*/ 833769 h 2041903"/>
              <a:gd name="connsiteX93" fmla="*/ 1079206 w 10020924"/>
              <a:gd name="connsiteY93" fmla="*/ 894946 h 2041903"/>
              <a:gd name="connsiteX94" fmla="*/ 1218097 w 10020924"/>
              <a:gd name="connsiteY94" fmla="*/ 833769 h 2041903"/>
              <a:gd name="connsiteX95" fmla="*/ 1271286 w 10020924"/>
              <a:gd name="connsiteY95" fmla="*/ 684091 h 2041903"/>
              <a:gd name="connsiteX96" fmla="*/ 1206328 w 10020924"/>
              <a:gd name="connsiteY96" fmla="*/ 465588 h 2041903"/>
              <a:gd name="connsiteX97" fmla="*/ 1079247 w 10020924"/>
              <a:gd name="connsiteY97" fmla="*/ 330967 h 2041903"/>
              <a:gd name="connsiteX98" fmla="*/ 805966 w 10020924"/>
              <a:gd name="connsiteY98" fmla="*/ 263259 h 2041903"/>
              <a:gd name="connsiteX99" fmla="*/ 446364 w 10020924"/>
              <a:gd name="connsiteY99" fmla="*/ 449558 h 2041903"/>
              <a:gd name="connsiteX100" fmla="*/ 316290 w 10020924"/>
              <a:gd name="connsiteY100" fmla="*/ 671430 h 2041903"/>
              <a:gd name="connsiteX101" fmla="*/ 265280 w 10020924"/>
              <a:gd name="connsiteY101" fmla="*/ 958605 h 2041903"/>
              <a:gd name="connsiteX102" fmla="*/ 329833 w 10020924"/>
              <a:gd name="connsiteY102" fmla="*/ 1280240 h 2041903"/>
              <a:gd name="connsiteX103" fmla="*/ 505249 w 10020924"/>
              <a:gd name="connsiteY103" fmla="*/ 1539802 h 2041903"/>
              <a:gd name="connsiteX104" fmla="*/ 764163 w 10020924"/>
              <a:gd name="connsiteY104" fmla="*/ 1713204 h 2041903"/>
              <a:gd name="connsiteX105" fmla="*/ 1079208 w 10020924"/>
              <a:gd name="connsiteY105" fmla="*/ 1776358 h 2041903"/>
              <a:gd name="connsiteX106" fmla="*/ 1394254 w 10020924"/>
              <a:gd name="connsiteY106" fmla="*/ 1713204 h 2041903"/>
              <a:gd name="connsiteX107" fmla="*/ 1653167 w 10020924"/>
              <a:gd name="connsiteY107" fmla="*/ 1539802 h 2041903"/>
              <a:gd name="connsiteX108" fmla="*/ 1828584 w 10020924"/>
              <a:gd name="connsiteY108" fmla="*/ 1280240 h 2041903"/>
              <a:gd name="connsiteX109" fmla="*/ 1893137 w 10020924"/>
              <a:gd name="connsiteY109" fmla="*/ 958605 h 2041903"/>
              <a:gd name="connsiteX110" fmla="*/ 1843297 w 10020924"/>
              <a:gd name="connsiteY110" fmla="*/ 674433 h 2041903"/>
              <a:gd name="connsiteX111" fmla="*/ 1715171 w 10020924"/>
              <a:gd name="connsiteY111" fmla="*/ 452650 h 2041903"/>
              <a:gd name="connsiteX112" fmla="*/ 1352451 w 10020924"/>
              <a:gd name="connsiteY112" fmla="*/ 263259 h 2041903"/>
              <a:gd name="connsiteX113" fmla="*/ 1489332 w 10020924"/>
              <a:gd name="connsiteY113" fmla="*/ 469668 h 2041903"/>
              <a:gd name="connsiteX114" fmla="*/ 1533501 w 10020924"/>
              <a:gd name="connsiteY114" fmla="*/ 697463 h 2041903"/>
              <a:gd name="connsiteX115" fmla="*/ 1395669 w 10020924"/>
              <a:gd name="connsiteY115" fmla="*/ 1031243 h 2041903"/>
              <a:gd name="connsiteX116" fmla="*/ 1079208 w 10020924"/>
              <a:gd name="connsiteY116" fmla="*/ 1160853 h 2041903"/>
              <a:gd name="connsiteX117" fmla="*/ 762748 w 10020924"/>
              <a:gd name="connsiteY117" fmla="*/ 1031243 h 2041903"/>
              <a:gd name="connsiteX118" fmla="*/ 624916 w 10020924"/>
              <a:gd name="connsiteY118" fmla="*/ 697463 h 2041903"/>
              <a:gd name="connsiteX119" fmla="*/ 673201 w 10020924"/>
              <a:gd name="connsiteY119" fmla="*/ 463015 h 2041903"/>
              <a:gd name="connsiteX120" fmla="*/ 805966 w 10020924"/>
              <a:gd name="connsiteY120" fmla="*/ 263259 h 2041903"/>
              <a:gd name="connsiteX121" fmla="*/ 817834 w 10020924"/>
              <a:gd name="connsiteY121" fmla="*/ 0 h 2041903"/>
              <a:gd name="connsiteX122" fmla="*/ 963091 w 10020924"/>
              <a:gd name="connsiteY122" fmla="*/ 14770 h 2041903"/>
              <a:gd name="connsiteX123" fmla="*/ 1079167 w 10020924"/>
              <a:gd name="connsiteY123" fmla="*/ 48893 h 2041903"/>
              <a:gd name="connsiteX124" fmla="*/ 1194646 w 10020924"/>
              <a:gd name="connsiteY124" fmla="*/ 14436 h 2041903"/>
              <a:gd name="connsiteX125" fmla="*/ 1340583 w 10020924"/>
              <a:gd name="connsiteY125" fmla="*/ 0 h 2041903"/>
              <a:gd name="connsiteX126" fmla="*/ 1649693 w 10020924"/>
              <a:gd name="connsiteY126" fmla="*/ 72213 h 2041903"/>
              <a:gd name="connsiteX127" fmla="*/ 1910677 w 10020924"/>
              <a:gd name="connsiteY127" fmla="*/ 272891 h 2041903"/>
              <a:gd name="connsiteX128" fmla="*/ 2091072 w 10020924"/>
              <a:gd name="connsiteY128" fmla="*/ 578096 h 2041903"/>
              <a:gd name="connsiteX129" fmla="*/ 2158417 w 10020924"/>
              <a:gd name="connsiteY129" fmla="*/ 963886 h 2041903"/>
              <a:gd name="connsiteX130" fmla="*/ 2071704 w 10020924"/>
              <a:gd name="connsiteY130" fmla="*/ 1388805 h 2041903"/>
              <a:gd name="connsiteX131" fmla="*/ 1837251 w 10020924"/>
              <a:gd name="connsiteY131" fmla="*/ 1730875 h 2041903"/>
              <a:gd name="connsiteX132" fmla="*/ 1493585 w 10020924"/>
              <a:gd name="connsiteY132" fmla="*/ 1958956 h 2041903"/>
              <a:gd name="connsiteX133" fmla="*/ 1079208 w 10020924"/>
              <a:gd name="connsiteY133" fmla="*/ 2041903 h 2041903"/>
              <a:gd name="connsiteX134" fmla="*/ 664832 w 10020924"/>
              <a:gd name="connsiteY134" fmla="*/ 1958956 h 2041903"/>
              <a:gd name="connsiteX135" fmla="*/ 321166 w 10020924"/>
              <a:gd name="connsiteY135" fmla="*/ 1730875 h 2041903"/>
              <a:gd name="connsiteX136" fmla="*/ 86713 w 10020924"/>
              <a:gd name="connsiteY136" fmla="*/ 1388805 h 2041903"/>
              <a:gd name="connsiteX137" fmla="*/ 0 w 10020924"/>
              <a:gd name="connsiteY137" fmla="*/ 963886 h 2041903"/>
              <a:gd name="connsiteX138" fmla="*/ 67345 w 10020924"/>
              <a:gd name="connsiteY138" fmla="*/ 578096 h 2041903"/>
              <a:gd name="connsiteX139" fmla="*/ 247740 w 10020924"/>
              <a:gd name="connsiteY139" fmla="*/ 272891 h 2041903"/>
              <a:gd name="connsiteX140" fmla="*/ 508723 w 10020924"/>
              <a:gd name="connsiteY140" fmla="*/ 72213 h 2041903"/>
              <a:gd name="connsiteX141" fmla="*/ 817834 w 10020924"/>
              <a:gd name="connsiteY141" fmla="*/ 0 h 20419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</a:cxnLst>
            <a:rect l="l" t="t" r="r" b="b"/>
            <a:pathLst>
              <a:path w="10020924" h="2041903">
                <a:moveTo>
                  <a:pt x="9329240" y="1080290"/>
                </a:moveTo>
                <a:cubicBezTo>
                  <a:pt x="9292358" y="1080290"/>
                  <a:pt x="9251983" y="1096116"/>
                  <a:pt x="9251983" y="1187029"/>
                </a:cubicBezTo>
                <a:cubicBezTo>
                  <a:pt x="9251983" y="1277880"/>
                  <a:pt x="9292801" y="1296468"/>
                  <a:pt x="9329240" y="1296468"/>
                </a:cubicBezTo>
                <a:lnTo>
                  <a:pt x="9782722" y="1296468"/>
                </a:lnTo>
                <a:lnTo>
                  <a:pt x="9782722" y="1080290"/>
                </a:lnTo>
                <a:close/>
                <a:moveTo>
                  <a:pt x="7331825" y="1080290"/>
                </a:moveTo>
                <a:cubicBezTo>
                  <a:pt x="7294927" y="1080290"/>
                  <a:pt x="7254583" y="1096116"/>
                  <a:pt x="7254583" y="1187029"/>
                </a:cubicBezTo>
                <a:cubicBezTo>
                  <a:pt x="7254583" y="1277880"/>
                  <a:pt x="7295379" y="1296468"/>
                  <a:pt x="7331825" y="1296468"/>
                </a:cubicBezTo>
                <a:lnTo>
                  <a:pt x="7785307" y="1296468"/>
                </a:lnTo>
                <a:lnTo>
                  <a:pt x="7785307" y="1080290"/>
                </a:lnTo>
                <a:close/>
                <a:moveTo>
                  <a:pt x="6171264" y="689323"/>
                </a:moveTo>
                <a:lnTo>
                  <a:pt x="6171264" y="1297318"/>
                </a:lnTo>
                <a:lnTo>
                  <a:pt x="6558679" y="1297318"/>
                </a:lnTo>
                <a:cubicBezTo>
                  <a:pt x="6645146" y="1297318"/>
                  <a:pt x="6679368" y="1257837"/>
                  <a:pt x="6679368" y="1156413"/>
                </a:cubicBezTo>
                <a:lnTo>
                  <a:pt x="6679368" y="830244"/>
                </a:lnTo>
                <a:cubicBezTo>
                  <a:pt x="6679368" y="728827"/>
                  <a:pt x="6645146" y="689323"/>
                  <a:pt x="6558679" y="689323"/>
                </a:cubicBezTo>
                <a:close/>
                <a:moveTo>
                  <a:pt x="9072763" y="463851"/>
                </a:moveTo>
                <a:lnTo>
                  <a:pt x="9678449" y="463851"/>
                </a:lnTo>
                <a:cubicBezTo>
                  <a:pt x="9932730" y="463851"/>
                  <a:pt x="10020924" y="559816"/>
                  <a:pt x="10020924" y="826574"/>
                </a:cubicBezTo>
                <a:lnTo>
                  <a:pt x="10020924" y="1522671"/>
                </a:lnTo>
                <a:lnTo>
                  <a:pt x="9304207" y="1522671"/>
                </a:lnTo>
                <a:cubicBezTo>
                  <a:pt x="9111641" y="1522671"/>
                  <a:pt x="9015771" y="1435849"/>
                  <a:pt x="9015771" y="1219793"/>
                </a:cubicBezTo>
                <a:lnTo>
                  <a:pt x="9015771" y="1169781"/>
                </a:lnTo>
                <a:cubicBezTo>
                  <a:pt x="9015771" y="959714"/>
                  <a:pt x="9108248" y="866738"/>
                  <a:pt x="9294061" y="866738"/>
                </a:cubicBezTo>
                <a:lnTo>
                  <a:pt x="9782829" y="866738"/>
                </a:lnTo>
                <a:cubicBezTo>
                  <a:pt x="9782829" y="858122"/>
                  <a:pt x="9782707" y="829861"/>
                  <a:pt x="9782707" y="829349"/>
                </a:cubicBezTo>
                <a:cubicBezTo>
                  <a:pt x="9782707" y="727955"/>
                  <a:pt x="9749047" y="688428"/>
                  <a:pt x="9662481" y="688428"/>
                </a:cubicBezTo>
                <a:lnTo>
                  <a:pt x="9072763" y="688428"/>
                </a:lnTo>
                <a:close/>
                <a:moveTo>
                  <a:pt x="8071817" y="463851"/>
                </a:moveTo>
                <a:lnTo>
                  <a:pt x="8991911" y="463851"/>
                </a:lnTo>
                <a:lnTo>
                  <a:pt x="8991911" y="686668"/>
                </a:lnTo>
                <a:lnTo>
                  <a:pt x="8652240" y="686668"/>
                </a:lnTo>
                <a:lnTo>
                  <a:pt x="8652240" y="1522955"/>
                </a:lnTo>
                <a:lnTo>
                  <a:pt x="8411534" y="1522955"/>
                </a:lnTo>
                <a:lnTo>
                  <a:pt x="8411534" y="686668"/>
                </a:lnTo>
                <a:lnTo>
                  <a:pt x="8071817" y="686668"/>
                </a:lnTo>
                <a:close/>
                <a:moveTo>
                  <a:pt x="7075333" y="463851"/>
                </a:moveTo>
                <a:lnTo>
                  <a:pt x="7681075" y="463851"/>
                </a:lnTo>
                <a:cubicBezTo>
                  <a:pt x="7935303" y="463851"/>
                  <a:pt x="8023424" y="559816"/>
                  <a:pt x="8023417" y="826574"/>
                </a:cubicBezTo>
                <a:lnTo>
                  <a:pt x="8023417" y="1522671"/>
                </a:lnTo>
                <a:lnTo>
                  <a:pt x="7306759" y="1522671"/>
                </a:lnTo>
                <a:cubicBezTo>
                  <a:pt x="7114170" y="1522671"/>
                  <a:pt x="7018293" y="1435849"/>
                  <a:pt x="7018293" y="1219793"/>
                </a:cubicBezTo>
                <a:lnTo>
                  <a:pt x="7018293" y="1169781"/>
                </a:lnTo>
                <a:cubicBezTo>
                  <a:pt x="7018293" y="959714"/>
                  <a:pt x="7110792" y="866738"/>
                  <a:pt x="7296628" y="866738"/>
                </a:cubicBezTo>
                <a:lnTo>
                  <a:pt x="7785307" y="866738"/>
                </a:lnTo>
                <a:lnTo>
                  <a:pt x="7785307" y="829349"/>
                </a:lnTo>
                <a:cubicBezTo>
                  <a:pt x="7785307" y="727955"/>
                  <a:pt x="7751547" y="688428"/>
                  <a:pt x="7665080" y="688428"/>
                </a:cubicBezTo>
                <a:lnTo>
                  <a:pt x="7075333" y="688428"/>
                </a:lnTo>
                <a:close/>
                <a:moveTo>
                  <a:pt x="5930572" y="463851"/>
                </a:moveTo>
                <a:lnTo>
                  <a:pt x="6574718" y="463851"/>
                </a:lnTo>
                <a:cubicBezTo>
                  <a:pt x="6817412" y="463851"/>
                  <a:pt x="6925013" y="557409"/>
                  <a:pt x="6925013" y="834884"/>
                </a:cubicBezTo>
                <a:lnTo>
                  <a:pt x="6925013" y="1151743"/>
                </a:lnTo>
                <a:cubicBezTo>
                  <a:pt x="6925013" y="1394650"/>
                  <a:pt x="6843589" y="1522671"/>
                  <a:pt x="6585968" y="1522671"/>
                </a:cubicBezTo>
                <a:lnTo>
                  <a:pt x="5930572" y="1522671"/>
                </a:lnTo>
                <a:close/>
                <a:moveTo>
                  <a:pt x="4717895" y="463851"/>
                </a:moveTo>
                <a:lnTo>
                  <a:pt x="5638093" y="463851"/>
                </a:lnTo>
                <a:lnTo>
                  <a:pt x="5638093" y="686668"/>
                </a:lnTo>
                <a:lnTo>
                  <a:pt x="5298318" y="686668"/>
                </a:lnTo>
                <a:lnTo>
                  <a:pt x="5298318" y="1522955"/>
                </a:lnTo>
                <a:lnTo>
                  <a:pt x="5057626" y="1522955"/>
                </a:lnTo>
                <a:lnTo>
                  <a:pt x="5057626" y="686668"/>
                </a:lnTo>
                <a:lnTo>
                  <a:pt x="4717895" y="686668"/>
                </a:lnTo>
                <a:close/>
                <a:moveTo>
                  <a:pt x="3721291" y="463851"/>
                </a:moveTo>
                <a:lnTo>
                  <a:pt x="4641430" y="463851"/>
                </a:lnTo>
                <a:lnTo>
                  <a:pt x="4641430" y="686668"/>
                </a:lnTo>
                <a:lnTo>
                  <a:pt x="4301654" y="686668"/>
                </a:lnTo>
                <a:lnTo>
                  <a:pt x="4301654" y="1522955"/>
                </a:lnTo>
                <a:lnTo>
                  <a:pt x="4061067" y="1522955"/>
                </a:lnTo>
                <a:lnTo>
                  <a:pt x="4061067" y="686668"/>
                </a:lnTo>
                <a:lnTo>
                  <a:pt x="3721291" y="686668"/>
                </a:lnTo>
                <a:close/>
                <a:moveTo>
                  <a:pt x="2809822" y="452019"/>
                </a:moveTo>
                <a:cubicBezTo>
                  <a:pt x="2915562" y="452019"/>
                  <a:pt x="2970732" y="501487"/>
                  <a:pt x="3016077" y="572753"/>
                </a:cubicBezTo>
                <a:cubicBezTo>
                  <a:pt x="3055320" y="634446"/>
                  <a:pt x="3376830" y="1260842"/>
                  <a:pt x="3381948" y="1270566"/>
                </a:cubicBezTo>
                <a:cubicBezTo>
                  <a:pt x="3386677" y="1279328"/>
                  <a:pt x="3393442" y="1285729"/>
                  <a:pt x="3400240" y="1281756"/>
                </a:cubicBezTo>
                <a:cubicBezTo>
                  <a:pt x="3406237" y="1278349"/>
                  <a:pt x="3406646" y="1267378"/>
                  <a:pt x="3406134" y="1255736"/>
                </a:cubicBezTo>
                <a:cubicBezTo>
                  <a:pt x="3405492" y="1241619"/>
                  <a:pt x="3402657" y="1171378"/>
                  <a:pt x="3402657" y="1123946"/>
                </a:cubicBezTo>
                <a:lnTo>
                  <a:pt x="3402657" y="463522"/>
                </a:lnTo>
                <a:lnTo>
                  <a:pt x="3639813" y="463522"/>
                </a:lnTo>
                <a:lnTo>
                  <a:pt x="3639813" y="1255333"/>
                </a:lnTo>
                <a:cubicBezTo>
                  <a:pt x="3639813" y="1491113"/>
                  <a:pt x="3523557" y="1534727"/>
                  <a:pt x="3425426" y="1534727"/>
                </a:cubicBezTo>
                <a:cubicBezTo>
                  <a:pt x="3319670" y="1534727"/>
                  <a:pt x="3264509" y="1485221"/>
                  <a:pt x="3219125" y="1413949"/>
                </a:cubicBezTo>
                <a:cubicBezTo>
                  <a:pt x="3155813" y="1314503"/>
                  <a:pt x="2857763" y="724966"/>
                  <a:pt x="2853165" y="716135"/>
                </a:cubicBezTo>
                <a:cubicBezTo>
                  <a:pt x="2848558" y="707335"/>
                  <a:pt x="2841793" y="701034"/>
                  <a:pt x="2834887" y="704930"/>
                </a:cubicBezTo>
                <a:cubicBezTo>
                  <a:pt x="2829005" y="708344"/>
                  <a:pt x="2828497" y="719338"/>
                  <a:pt x="2829009" y="730980"/>
                </a:cubicBezTo>
                <a:cubicBezTo>
                  <a:pt x="2829628" y="745090"/>
                  <a:pt x="2832590" y="815378"/>
                  <a:pt x="2832590" y="862725"/>
                </a:cubicBezTo>
                <a:lnTo>
                  <a:pt x="2832590" y="1523194"/>
                </a:lnTo>
                <a:lnTo>
                  <a:pt x="2595360" y="1523194"/>
                </a:lnTo>
                <a:lnTo>
                  <a:pt x="2595360" y="731368"/>
                </a:lnTo>
                <a:cubicBezTo>
                  <a:pt x="2595360" y="495611"/>
                  <a:pt x="2711606" y="452019"/>
                  <a:pt x="2809822" y="452019"/>
                </a:cubicBezTo>
                <a:close/>
                <a:moveTo>
                  <a:pt x="1079247" y="330967"/>
                </a:moveTo>
                <a:cubicBezTo>
                  <a:pt x="1039101" y="354484"/>
                  <a:pt x="989740" y="403598"/>
                  <a:pt x="952084" y="465588"/>
                </a:cubicBezTo>
                <a:cubicBezTo>
                  <a:pt x="914427" y="527577"/>
                  <a:pt x="887125" y="603548"/>
                  <a:pt x="887125" y="684091"/>
                </a:cubicBezTo>
                <a:cubicBezTo>
                  <a:pt x="887125" y="743091"/>
                  <a:pt x="906578" y="795805"/>
                  <a:pt x="940315" y="833769"/>
                </a:cubicBezTo>
                <a:cubicBezTo>
                  <a:pt x="974052" y="871732"/>
                  <a:pt x="1022072" y="894946"/>
                  <a:pt x="1079206" y="894946"/>
                </a:cubicBezTo>
                <a:cubicBezTo>
                  <a:pt x="1136340" y="894946"/>
                  <a:pt x="1184360" y="871732"/>
                  <a:pt x="1218097" y="833769"/>
                </a:cubicBezTo>
                <a:cubicBezTo>
                  <a:pt x="1251833" y="795805"/>
                  <a:pt x="1271286" y="743091"/>
                  <a:pt x="1271286" y="684091"/>
                </a:cubicBezTo>
                <a:cubicBezTo>
                  <a:pt x="1271286" y="603548"/>
                  <a:pt x="1243984" y="527577"/>
                  <a:pt x="1206328" y="465588"/>
                </a:cubicBezTo>
                <a:cubicBezTo>
                  <a:pt x="1168672" y="403598"/>
                  <a:pt x="1110735" y="347874"/>
                  <a:pt x="1079247" y="330967"/>
                </a:cubicBezTo>
                <a:close/>
                <a:moveTo>
                  <a:pt x="805966" y="263259"/>
                </a:moveTo>
                <a:cubicBezTo>
                  <a:pt x="686954" y="257894"/>
                  <a:pt x="551782" y="326830"/>
                  <a:pt x="446364" y="449558"/>
                </a:cubicBezTo>
                <a:cubicBezTo>
                  <a:pt x="393654" y="510922"/>
                  <a:pt x="348383" y="585734"/>
                  <a:pt x="316290" y="671430"/>
                </a:cubicBezTo>
                <a:cubicBezTo>
                  <a:pt x="284196" y="757125"/>
                  <a:pt x="265280" y="853705"/>
                  <a:pt x="265280" y="958605"/>
                </a:cubicBezTo>
                <a:cubicBezTo>
                  <a:pt x="265280" y="1073486"/>
                  <a:pt x="288318" y="1182036"/>
                  <a:pt x="329833" y="1280240"/>
                </a:cubicBezTo>
                <a:cubicBezTo>
                  <a:pt x="371348" y="1378444"/>
                  <a:pt x="431341" y="1466303"/>
                  <a:pt x="505249" y="1539802"/>
                </a:cubicBezTo>
                <a:cubicBezTo>
                  <a:pt x="579158" y="1613301"/>
                  <a:pt x="666983" y="1672440"/>
                  <a:pt x="764163" y="1713204"/>
                </a:cubicBezTo>
                <a:cubicBezTo>
                  <a:pt x="861343" y="1753969"/>
                  <a:pt x="967878" y="1776358"/>
                  <a:pt x="1079208" y="1776358"/>
                </a:cubicBezTo>
                <a:cubicBezTo>
                  <a:pt x="1190538" y="1776358"/>
                  <a:pt x="1297074" y="1753969"/>
                  <a:pt x="1394254" y="1713204"/>
                </a:cubicBezTo>
                <a:cubicBezTo>
                  <a:pt x="1491434" y="1672440"/>
                  <a:pt x="1579259" y="1613301"/>
                  <a:pt x="1653167" y="1539802"/>
                </a:cubicBezTo>
                <a:cubicBezTo>
                  <a:pt x="1727076" y="1466303"/>
                  <a:pt x="1787068" y="1378444"/>
                  <a:pt x="1828584" y="1280240"/>
                </a:cubicBezTo>
                <a:cubicBezTo>
                  <a:pt x="1870099" y="1182036"/>
                  <a:pt x="1893137" y="1073486"/>
                  <a:pt x="1893137" y="958605"/>
                </a:cubicBezTo>
                <a:cubicBezTo>
                  <a:pt x="1893137" y="855344"/>
                  <a:pt x="1874740" y="759689"/>
                  <a:pt x="1843297" y="674433"/>
                </a:cubicBezTo>
                <a:cubicBezTo>
                  <a:pt x="1811852" y="589176"/>
                  <a:pt x="1767361" y="514318"/>
                  <a:pt x="1715171" y="452650"/>
                </a:cubicBezTo>
                <a:cubicBezTo>
                  <a:pt x="1610792" y="329313"/>
                  <a:pt x="1475621" y="258738"/>
                  <a:pt x="1352451" y="263259"/>
                </a:cubicBezTo>
                <a:cubicBezTo>
                  <a:pt x="1412945" y="322179"/>
                  <a:pt x="1458865" y="394141"/>
                  <a:pt x="1489332" y="469668"/>
                </a:cubicBezTo>
                <a:cubicBezTo>
                  <a:pt x="1519800" y="545194"/>
                  <a:pt x="1534815" y="624285"/>
                  <a:pt x="1533501" y="697463"/>
                </a:cubicBezTo>
                <a:cubicBezTo>
                  <a:pt x="1533501" y="833577"/>
                  <a:pt x="1479467" y="949424"/>
                  <a:pt x="1395669" y="1031243"/>
                </a:cubicBezTo>
                <a:cubicBezTo>
                  <a:pt x="1311871" y="1113062"/>
                  <a:pt x="1198308" y="1160853"/>
                  <a:pt x="1079208" y="1160853"/>
                </a:cubicBezTo>
                <a:cubicBezTo>
                  <a:pt x="960109" y="1160853"/>
                  <a:pt x="846546" y="1113062"/>
                  <a:pt x="762748" y="1031243"/>
                </a:cubicBezTo>
                <a:cubicBezTo>
                  <a:pt x="678950" y="949424"/>
                  <a:pt x="624916" y="833577"/>
                  <a:pt x="624916" y="697463"/>
                </a:cubicBezTo>
                <a:cubicBezTo>
                  <a:pt x="624916" y="618236"/>
                  <a:pt x="642018" y="537734"/>
                  <a:pt x="673201" y="463015"/>
                </a:cubicBezTo>
                <a:cubicBezTo>
                  <a:pt x="704383" y="388296"/>
                  <a:pt x="749646" y="319359"/>
                  <a:pt x="805966" y="263259"/>
                </a:cubicBezTo>
                <a:close/>
                <a:moveTo>
                  <a:pt x="817834" y="0"/>
                </a:moveTo>
                <a:cubicBezTo>
                  <a:pt x="866589" y="0"/>
                  <a:pt x="917272" y="5772"/>
                  <a:pt x="963091" y="14770"/>
                </a:cubicBezTo>
                <a:cubicBezTo>
                  <a:pt x="1008909" y="23768"/>
                  <a:pt x="1049865" y="35991"/>
                  <a:pt x="1079167" y="48893"/>
                </a:cubicBezTo>
                <a:cubicBezTo>
                  <a:pt x="1107617" y="35545"/>
                  <a:pt x="1148593" y="23322"/>
                  <a:pt x="1194646" y="14436"/>
                </a:cubicBezTo>
                <a:cubicBezTo>
                  <a:pt x="1240699" y="5549"/>
                  <a:pt x="1291827" y="0"/>
                  <a:pt x="1340583" y="0"/>
                </a:cubicBezTo>
                <a:cubicBezTo>
                  <a:pt x="1448034" y="0"/>
                  <a:pt x="1552874" y="25401"/>
                  <a:pt x="1649693" y="72213"/>
                </a:cubicBezTo>
                <a:cubicBezTo>
                  <a:pt x="1746513" y="119025"/>
                  <a:pt x="1835310" y="187248"/>
                  <a:pt x="1910677" y="272891"/>
                </a:cubicBezTo>
                <a:cubicBezTo>
                  <a:pt x="1986043" y="358535"/>
                  <a:pt x="2047978" y="461600"/>
                  <a:pt x="2091072" y="578096"/>
                </a:cubicBezTo>
                <a:cubicBezTo>
                  <a:pt x="2134165" y="694592"/>
                  <a:pt x="2158417" y="824518"/>
                  <a:pt x="2158417" y="963886"/>
                </a:cubicBezTo>
                <a:cubicBezTo>
                  <a:pt x="2158417" y="1115873"/>
                  <a:pt x="2127372" y="1259243"/>
                  <a:pt x="2071704" y="1388805"/>
                </a:cubicBezTo>
                <a:cubicBezTo>
                  <a:pt x="2016036" y="1518366"/>
                  <a:pt x="1935744" y="1634120"/>
                  <a:pt x="1837251" y="1730875"/>
                </a:cubicBezTo>
                <a:cubicBezTo>
                  <a:pt x="1738759" y="1827631"/>
                  <a:pt x="1622064" y="1905388"/>
                  <a:pt x="1493585" y="1958956"/>
                </a:cubicBezTo>
                <a:cubicBezTo>
                  <a:pt x="1365105" y="2012524"/>
                  <a:pt x="1224841" y="2041903"/>
                  <a:pt x="1079208" y="2041903"/>
                </a:cubicBezTo>
                <a:cubicBezTo>
                  <a:pt x="933576" y="2041903"/>
                  <a:pt x="793312" y="2012524"/>
                  <a:pt x="664832" y="1958956"/>
                </a:cubicBezTo>
                <a:cubicBezTo>
                  <a:pt x="536353" y="1905388"/>
                  <a:pt x="419658" y="1827631"/>
                  <a:pt x="321166" y="1730875"/>
                </a:cubicBezTo>
                <a:cubicBezTo>
                  <a:pt x="222673" y="1634120"/>
                  <a:pt x="142381" y="1518366"/>
                  <a:pt x="86713" y="1388805"/>
                </a:cubicBezTo>
                <a:cubicBezTo>
                  <a:pt x="31045" y="1259243"/>
                  <a:pt x="0" y="1115873"/>
                  <a:pt x="0" y="963886"/>
                </a:cubicBezTo>
                <a:cubicBezTo>
                  <a:pt x="0" y="824518"/>
                  <a:pt x="24252" y="694592"/>
                  <a:pt x="67345" y="578096"/>
                </a:cubicBezTo>
                <a:cubicBezTo>
                  <a:pt x="110439" y="461600"/>
                  <a:pt x="172374" y="358535"/>
                  <a:pt x="247740" y="272891"/>
                </a:cubicBezTo>
                <a:cubicBezTo>
                  <a:pt x="323106" y="187248"/>
                  <a:pt x="411904" y="119025"/>
                  <a:pt x="508723" y="72213"/>
                </a:cubicBezTo>
                <a:cubicBezTo>
                  <a:pt x="605542" y="25401"/>
                  <a:pt x="710382" y="0"/>
                  <a:pt x="817834" y="0"/>
                </a:cubicBezTo>
                <a:close/>
              </a:path>
            </a:pathLst>
          </a:custGeom>
          <a:solidFill>
            <a:schemeClr val="accent1"/>
          </a:solidFill>
          <a:ln w="7639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0286689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Image">
    <p:bg>
      <p:bgPr>
        <a:solidFill>
          <a:srgbClr val="070F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20">
            <a:extLst>
              <a:ext uri="{FF2B5EF4-FFF2-40B4-BE49-F238E27FC236}">
                <a16:creationId xmlns:a16="http://schemas.microsoft.com/office/drawing/2014/main" id="{0D73EB22-28B8-EDF3-DAF5-3AC807C66A9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50D24">
              <a:alpha val="57647"/>
            </a:srgbClr>
          </a:solidFill>
        </p:spPr>
        <p:txBody>
          <a:bodyPr/>
          <a:lstStyle>
            <a:lvl1pPr>
              <a:defRPr>
                <a:noFill/>
              </a:defRPr>
            </a:lvl1pPr>
            <a:lvl2pPr>
              <a:defRPr>
                <a:noFill/>
              </a:defRPr>
            </a:lvl2pPr>
            <a:lvl3pPr>
              <a:defRPr>
                <a:noFill/>
              </a:defRPr>
            </a:lvl3pPr>
            <a:lvl4pPr>
              <a:defRPr>
                <a:noFill/>
              </a:defRPr>
            </a:lvl4pPr>
            <a:lvl5pPr>
              <a:defRPr>
                <a:noFill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NTT DATA Global Logo" descr="NTT DATA Global Logo">
            <a:extLst>
              <a:ext uri="{FF2B5EF4-FFF2-40B4-BE49-F238E27FC236}">
                <a16:creationId xmlns:a16="http://schemas.microsoft.com/office/drawing/2014/main" id="{534A451C-A194-D71D-4CF6-5B22A3878D1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 bwMode="black">
          <a:xfrm>
            <a:off x="3333909" y="2865120"/>
            <a:ext cx="5524182" cy="1127760"/>
          </a:xfrm>
          <a:prstGeom prst="rect">
            <a:avLst/>
          </a:prstGeom>
          <a:blipFill dpi="0" rotWithShape="1">
            <a:blip r:embed="rId2"/>
            <a:srcRect/>
            <a:stretch>
              <a:fillRect/>
            </a:stretch>
          </a:blipFill>
        </p:spPr>
        <p:txBody>
          <a:bodyPr wrap="none" lIns="0" tIns="0" rIns="0" bIns="0"/>
          <a:lstStyle>
            <a:lvl1pPr>
              <a:defRPr>
                <a:noFill/>
              </a:defRPr>
            </a:lvl1pPr>
            <a:lvl2pPr>
              <a:defRPr>
                <a:noFill/>
              </a:defRPr>
            </a:lvl2pPr>
            <a:lvl3pPr>
              <a:defRPr>
                <a:noFill/>
              </a:defRPr>
            </a:lvl3pPr>
            <a:lvl4pPr>
              <a:defRPr>
                <a:noFill/>
              </a:defRPr>
            </a:lvl4pPr>
            <a:lvl5pPr>
              <a:defRPr>
                <a:noFill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2F858FA1-7D21-8F05-79E4-62B789D77D0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60241"/>
          </a:xfrm>
          <a:prstGeom prst="rect">
            <a:avLst/>
          </a:prstGeom>
          <a:noFill/>
        </p:spPr>
        <p:txBody>
          <a:bodyPr tIns="2743200" bIns="0" anchor="ctr"/>
          <a:lstStyle>
            <a:lvl1pPr marL="0" indent="0" algn="ctr">
              <a:buFontTx/>
              <a:buNone/>
              <a:defRPr sz="2400">
                <a:solidFill>
                  <a:schemeClr val="accent3"/>
                </a:solidFill>
                <a:latin typeface="+mn-lt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add image. Then Reorder: Send to back</a:t>
            </a:r>
          </a:p>
        </p:txBody>
      </p:sp>
    </p:spTree>
    <p:extLst>
      <p:ext uri="{BB962C8B-B14F-4D97-AF65-F5344CB8AC3E}">
        <p14:creationId xmlns:p14="http://schemas.microsoft.com/office/powerpoint/2010/main" val="3941592152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82248173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3099150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slideLayout" Target="../slideLayouts/slideLayout5.xml"/><Relationship Id="rId3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slideLayout" Target="../slideLayouts/slideLayout7.xml"/><Relationship Id="rId3" Type="http://schemas.openxmlformats.org/officeDocument/2006/relationships/slideLayout" Target="../slideLayouts/slideLayout8.xml"/><Relationship Id="rId4" Type="http://schemas.openxmlformats.org/officeDocument/2006/relationships/theme" Target="../theme/theme3.xml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slideLayout" Target="../slideLayouts/slideLayout10.xml"/><Relationship Id="rId3" Type="http://schemas.openxmlformats.org/officeDocument/2006/relationships/slideLayout" Target="../slideLayouts/slideLayout11.xml"/><Relationship Id="rId4" Type="http://schemas.openxmlformats.org/officeDocument/2006/relationships/slideLayout" Target="../slideLayouts/slideLayout12.xml"/><Relationship Id="rId5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5.xml"/><Relationship Id="rId8" Type="http://schemas.openxmlformats.org/officeDocument/2006/relationships/slideLayout" Target="../slideLayouts/slideLayout16.xml"/><Relationship Id="rId9" Type="http://schemas.openxmlformats.org/officeDocument/2006/relationships/theme" Target="../theme/theme4.xml"/></Relationships>
</file>

<file path=ppt/slideMasters/_rels/slideMaster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slideLayout" Target="../slideLayouts/slideLayout18.xml"/><Relationship Id="rId3" Type="http://schemas.openxmlformats.org/officeDocument/2006/relationships/slideLayout" Target="../slideLayouts/slideLayout19.xml"/><Relationship Id="rId4" Type="http://schemas.openxmlformats.org/officeDocument/2006/relationships/slideLayout" Target="../slideLayouts/slideLayout20.xml"/><Relationship Id="rId5" Type="http://schemas.openxmlformats.org/officeDocument/2006/relationships/theme" Target="../theme/theme5.xml"/></Relationships>
</file>

<file path=ppt/slideMasters/_rels/slideMaster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slideLayout" Target="../slideLayouts/slideLayout22.xml"/><Relationship Id="rId3" Type="http://schemas.openxmlformats.org/officeDocument/2006/relationships/slideLayout" Target="../slideLayouts/slideLayout23.xml"/><Relationship Id="rId4" Type="http://schemas.openxmlformats.org/officeDocument/2006/relationships/theme" Target="../theme/theme6.xml"/></Relationships>
</file>

<file path=ppt/slideMasters/_rels/slideMaster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slideLayout" Target="../slideLayouts/slideLayout25.xml"/><Relationship Id="rId3" Type="http://schemas.openxmlformats.org/officeDocument/2006/relationships/theme" Target="../theme/theme7.xml"/></Relationships>
</file>

<file path=ppt/slideMasters/_rels/slideMaster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slideLayout" Target="../slideLayouts/slideLayout27.xml"/><Relationship Id="rId3" Type="http://schemas.openxmlformats.org/officeDocument/2006/relationships/theme" Target="../theme/theme8.xml"/></Relationships>
</file>

<file path=ppt/slideMasters/_rels/slideMaster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slideLayout" Target="../slideLayouts/slideLayout29.xml"/><Relationship Id="rId3" Type="http://schemas.openxmlformats.org/officeDocument/2006/relationships/slideLayout" Target="../slideLayouts/slideLayout30.xml"/><Relationship Id="rId4" Type="http://schemas.openxmlformats.org/officeDocument/2006/relationships/theme" Target="../theme/theme9.xml"/></Relationships>
</file>

<file path=ppt/slideMasters/_rels/slideMaster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slideLayout" Target="../slideLayouts/slideLayout32.xml"/><Relationship Id="rId3" Type="http://schemas.openxmlformats.org/officeDocument/2006/relationships/slideLayout" Target="../slideLayouts/slideLayout33.xml"/><Relationship Id="rId4" Type="http://schemas.openxmlformats.org/officeDocument/2006/relationships/slideLayout" Target="../slideLayouts/slideLayout34.xml"/><Relationship Id="rId5" Type="http://schemas.openxmlformats.org/officeDocument/2006/relationships/slideLayout" Target="../slideLayouts/slideLayout35.xml"/><Relationship Id="rId6" Type="http://schemas.openxmlformats.org/officeDocument/2006/relationships/slideLayout" Target="../slideLayouts/slideLayout36.xml"/><Relationship Id="rId7" Type="http://schemas.openxmlformats.org/officeDocument/2006/relationships/slideLayout" Target="../slideLayouts/slideLayout37.xml"/><Relationship Id="rId8" Type="http://schemas.openxmlformats.org/officeDocument/2006/relationships/slideLayout" Target="../slideLayouts/slideLayout38.xml"/><Relationship Id="rId9" Type="http://schemas.openxmlformats.org/officeDocument/2006/relationships/theme" Target="../theme/theme10.xml"/></Relationships>
</file>

<file path=ppt/slideMasters/_rels/slideMaster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9.xml"/><Relationship Id="rId2" Type="http://schemas.openxmlformats.org/officeDocument/2006/relationships/slideLayout" Target="../slideLayouts/slideLayout40.xml"/><Relationship Id="rId3" Type="http://schemas.openxmlformats.org/officeDocument/2006/relationships/slideLayout" Target="../slideLayouts/slideLayout41.xml"/><Relationship Id="rId4" Type="http://schemas.openxmlformats.org/officeDocument/2006/relationships/slideLayout" Target="../slideLayouts/slideLayout42.xml"/><Relationship Id="rId5" Type="http://schemas.openxmlformats.org/officeDocument/2006/relationships/theme" Target="../theme/theme11.xml"/></Relationships>
</file>

<file path=ppt/slideMasters/_rels/slideMaster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3.xml"/><Relationship Id="rId2" Type="http://schemas.openxmlformats.org/officeDocument/2006/relationships/slideLayout" Target="../slideLayouts/slideLayout44.xml"/><Relationship Id="rId3" Type="http://schemas.openxmlformats.org/officeDocument/2006/relationships/slideLayout" Target="../slideLayouts/slideLayout45.xml"/><Relationship Id="rId4" Type="http://schemas.openxmlformats.org/officeDocument/2006/relationships/theme" Target="../theme/theme12.xml"/></Relationships>
</file>

<file path=ppt/slideMasters/_rels/slideMaster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slideLayout" Target="../slideLayouts/slideLayout47.xml"/><Relationship Id="rId3" Type="http://schemas.openxmlformats.org/officeDocument/2006/relationships/theme" Target="../theme/theme13.xml"/></Relationships>
</file>

<file path=ppt/slideMasters/_rels/slideMaster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slideLayout" Target="../slideLayouts/slideLayout49.xml"/><Relationship Id="rId3" Type="http://schemas.openxmlformats.org/officeDocument/2006/relationships/slideLayout" Target="../slideLayouts/slideLayout50.xml"/><Relationship Id="rId4" Type="http://schemas.openxmlformats.org/officeDocument/2006/relationships/slideLayout" Target="../slideLayouts/slideLayout51.xml"/><Relationship Id="rId5" Type="http://schemas.openxmlformats.org/officeDocument/2006/relationships/slideLayout" Target="../slideLayouts/slideLayout52.xml"/><Relationship Id="rId6" Type="http://schemas.openxmlformats.org/officeDocument/2006/relationships/theme" Target="../theme/theme14.xml"/></Relationships>
</file>

<file path=ppt/slideMasters/_rels/slideMaster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theme" Target="../theme/theme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070F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">
            <a:extLst>
              <a:ext uri="{FF2B5EF4-FFF2-40B4-BE49-F238E27FC236}">
                <a16:creationId xmlns:a16="http://schemas.microsoft.com/office/drawing/2014/main" id="{C3A244F4-DCC8-926C-C40B-97795E7EE6B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24601"/>
            <a:ext cx="1295400" cy="3048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200">
                <a:solidFill>
                  <a:srgbClr val="F8F8F8"/>
                </a:solidFill>
              </a:defRPr>
            </a:lvl1pPr>
          </a:lstStyle>
          <a:p>
            <a:r>
              <a:rPr lang="en-US" noProof="0" dirty="0"/>
              <a:t>November 2025</a:t>
            </a:r>
          </a:p>
        </p:txBody>
      </p:sp>
      <p:sp>
        <p:nvSpPr>
          <p:cNvPr id="9" name="Legal">
            <a:extLst>
              <a:ext uri="{FF2B5EF4-FFF2-40B4-BE49-F238E27FC236}">
                <a16:creationId xmlns:a16="http://schemas.microsoft.com/office/drawing/2014/main" id="{326E4B9D-7B25-6F98-95C6-44F5E186EAA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828800" y="6324602"/>
            <a:ext cx="4114800" cy="3048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200" b="0" i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r>
              <a:rPr lang="en-CA"/>
              <a:t>NTT DATA, Inc.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CC985B73-0F18-F280-6DFA-98D9E7E3C5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438400"/>
            <a:ext cx="4953000" cy="1371600"/>
          </a:xfrm>
          <a:prstGeom prst="rect">
            <a:avLst/>
          </a:prstGeom>
        </p:spPr>
        <p:txBody>
          <a:bodyPr vert="horz" lIns="0" tIns="45720" rIns="0" bIns="45720" rtlCol="0" anchor="b">
            <a:noAutofit/>
          </a:bodyPr>
          <a:lstStyle/>
          <a:p>
            <a:r>
              <a:rPr lang="en-US" noProof="0"/>
              <a:t>Click to edit title</a:t>
            </a:r>
          </a:p>
        </p:txBody>
      </p:sp>
    </p:spTree>
    <p:extLst>
      <p:ext uri="{BB962C8B-B14F-4D97-AF65-F5344CB8AC3E}">
        <p14:creationId xmlns:p14="http://schemas.microsoft.com/office/powerpoint/2010/main" val="8063759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40" r:id="rId1"/>
    <p:sldLayoutId id="2147484241" r:id="rId2"/>
    <p:sldLayoutId id="2147484242" r:id="rId3"/>
  </p:sldLayoutIdLst>
  <p:hf hd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lang="en-US" sz="4800" b="0" i="0" kern="1200" dirty="0">
          <a:solidFill>
            <a:srgbClr val="F8F8F8"/>
          </a:solidFill>
          <a:latin typeface="Georgia" panose="02040502050405020303" pitchFamily="18" charset="0"/>
          <a:ea typeface="+mj-ea"/>
          <a:cs typeface="Times New Roman" panose="02020603050405020304" pitchFamily="18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lang="en-US" sz="2000" b="0" i="0" kern="1200" dirty="0" smtClean="0">
          <a:solidFill>
            <a:srgbClr val="F8F8F8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6ACE2E93-F0C6-496C-92F8-919FE557638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24601"/>
            <a:ext cx="1295400" cy="3048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200">
                <a:solidFill>
                  <a:srgbClr val="050D24"/>
                </a:solidFill>
              </a:defRPr>
            </a:lvl1pPr>
          </a:lstStyle>
          <a:p>
            <a:r>
              <a:rPr lang="en-US" noProof="0" dirty="0"/>
              <a:t>November 2025</a:t>
            </a:r>
          </a:p>
        </p:txBody>
      </p:sp>
      <p:sp>
        <p:nvSpPr>
          <p:cNvPr id="5" name="Footer Placeholder 8">
            <a:extLst>
              <a:ext uri="{FF2B5EF4-FFF2-40B4-BE49-F238E27FC236}">
                <a16:creationId xmlns:a16="http://schemas.microsoft.com/office/drawing/2014/main" id="{6F6F2F78-2ADE-918C-2B29-50DDCEC82C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828800" y="6324600"/>
            <a:ext cx="4114800" cy="3048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200" b="0" i="0">
                <a:solidFill>
                  <a:srgbClr val="050D24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 noProof="0"/>
              <a:t>NTT DATA, Inc.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C985B73-0F18-F280-6DFA-98D9E7E3C5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438400"/>
            <a:ext cx="4953000" cy="1371600"/>
          </a:xfrm>
          <a:prstGeom prst="rect">
            <a:avLst/>
          </a:prstGeom>
        </p:spPr>
        <p:txBody>
          <a:bodyPr vert="horz" lIns="0" tIns="45720" rIns="0" bIns="45720" rtlCol="0" anchor="b">
            <a:noAutofit/>
          </a:bodyPr>
          <a:lstStyle/>
          <a:p>
            <a:r>
              <a:rPr lang="en-US" noProof="0"/>
              <a:t>Click to edit title</a:t>
            </a:r>
          </a:p>
        </p:txBody>
      </p:sp>
      <p:sp>
        <p:nvSpPr>
          <p:cNvPr id="6" name="NTT DATA Global Logo" descr="NTT DATA Global Logo">
            <a:extLst>
              <a:ext uri="{FF2B5EF4-FFF2-40B4-BE49-F238E27FC236}">
                <a16:creationId xmlns:a16="http://schemas.microsoft.com/office/drawing/2014/main" id="{9BB150AA-7E16-0669-0BE0-D2DE680F91CD}"/>
              </a:ext>
            </a:extLst>
          </p:cNvPr>
          <p:cNvSpPr/>
          <p:nvPr userDrawn="1"/>
        </p:nvSpPr>
        <p:spPr bwMode="black">
          <a:xfrm>
            <a:off x="402336" y="320040"/>
            <a:ext cx="1956816" cy="398728"/>
          </a:xfrm>
          <a:custGeom>
            <a:avLst/>
            <a:gdLst>
              <a:gd name="connsiteX0" fmla="*/ 9329240 w 10020924"/>
              <a:gd name="connsiteY0" fmla="*/ 1080290 h 2041903"/>
              <a:gd name="connsiteX1" fmla="*/ 9251983 w 10020924"/>
              <a:gd name="connsiteY1" fmla="*/ 1187029 h 2041903"/>
              <a:gd name="connsiteX2" fmla="*/ 9329240 w 10020924"/>
              <a:gd name="connsiteY2" fmla="*/ 1296468 h 2041903"/>
              <a:gd name="connsiteX3" fmla="*/ 9782722 w 10020924"/>
              <a:gd name="connsiteY3" fmla="*/ 1296468 h 2041903"/>
              <a:gd name="connsiteX4" fmla="*/ 9782722 w 10020924"/>
              <a:gd name="connsiteY4" fmla="*/ 1080290 h 2041903"/>
              <a:gd name="connsiteX5" fmla="*/ 7331825 w 10020924"/>
              <a:gd name="connsiteY5" fmla="*/ 1080290 h 2041903"/>
              <a:gd name="connsiteX6" fmla="*/ 7254583 w 10020924"/>
              <a:gd name="connsiteY6" fmla="*/ 1187029 h 2041903"/>
              <a:gd name="connsiteX7" fmla="*/ 7331825 w 10020924"/>
              <a:gd name="connsiteY7" fmla="*/ 1296468 h 2041903"/>
              <a:gd name="connsiteX8" fmla="*/ 7785307 w 10020924"/>
              <a:gd name="connsiteY8" fmla="*/ 1296468 h 2041903"/>
              <a:gd name="connsiteX9" fmla="*/ 7785307 w 10020924"/>
              <a:gd name="connsiteY9" fmla="*/ 1080290 h 2041903"/>
              <a:gd name="connsiteX10" fmla="*/ 6171264 w 10020924"/>
              <a:gd name="connsiteY10" fmla="*/ 689323 h 2041903"/>
              <a:gd name="connsiteX11" fmla="*/ 6171264 w 10020924"/>
              <a:gd name="connsiteY11" fmla="*/ 1297318 h 2041903"/>
              <a:gd name="connsiteX12" fmla="*/ 6558679 w 10020924"/>
              <a:gd name="connsiteY12" fmla="*/ 1297318 h 2041903"/>
              <a:gd name="connsiteX13" fmla="*/ 6679368 w 10020924"/>
              <a:gd name="connsiteY13" fmla="*/ 1156413 h 2041903"/>
              <a:gd name="connsiteX14" fmla="*/ 6679368 w 10020924"/>
              <a:gd name="connsiteY14" fmla="*/ 830244 h 2041903"/>
              <a:gd name="connsiteX15" fmla="*/ 6558679 w 10020924"/>
              <a:gd name="connsiteY15" fmla="*/ 689323 h 2041903"/>
              <a:gd name="connsiteX16" fmla="*/ 9072763 w 10020924"/>
              <a:gd name="connsiteY16" fmla="*/ 463851 h 2041903"/>
              <a:gd name="connsiteX17" fmla="*/ 9678449 w 10020924"/>
              <a:gd name="connsiteY17" fmla="*/ 463851 h 2041903"/>
              <a:gd name="connsiteX18" fmla="*/ 10020924 w 10020924"/>
              <a:gd name="connsiteY18" fmla="*/ 826574 h 2041903"/>
              <a:gd name="connsiteX19" fmla="*/ 10020924 w 10020924"/>
              <a:gd name="connsiteY19" fmla="*/ 1522671 h 2041903"/>
              <a:gd name="connsiteX20" fmla="*/ 9304207 w 10020924"/>
              <a:gd name="connsiteY20" fmla="*/ 1522671 h 2041903"/>
              <a:gd name="connsiteX21" fmla="*/ 9015771 w 10020924"/>
              <a:gd name="connsiteY21" fmla="*/ 1219793 h 2041903"/>
              <a:gd name="connsiteX22" fmla="*/ 9015771 w 10020924"/>
              <a:gd name="connsiteY22" fmla="*/ 1169781 h 2041903"/>
              <a:gd name="connsiteX23" fmla="*/ 9294061 w 10020924"/>
              <a:gd name="connsiteY23" fmla="*/ 866738 h 2041903"/>
              <a:gd name="connsiteX24" fmla="*/ 9782829 w 10020924"/>
              <a:gd name="connsiteY24" fmla="*/ 866738 h 2041903"/>
              <a:gd name="connsiteX25" fmla="*/ 9782707 w 10020924"/>
              <a:gd name="connsiteY25" fmla="*/ 829349 h 2041903"/>
              <a:gd name="connsiteX26" fmla="*/ 9662481 w 10020924"/>
              <a:gd name="connsiteY26" fmla="*/ 688428 h 2041903"/>
              <a:gd name="connsiteX27" fmla="*/ 9072763 w 10020924"/>
              <a:gd name="connsiteY27" fmla="*/ 688428 h 2041903"/>
              <a:gd name="connsiteX28" fmla="*/ 8071817 w 10020924"/>
              <a:gd name="connsiteY28" fmla="*/ 463851 h 2041903"/>
              <a:gd name="connsiteX29" fmla="*/ 8991911 w 10020924"/>
              <a:gd name="connsiteY29" fmla="*/ 463851 h 2041903"/>
              <a:gd name="connsiteX30" fmla="*/ 8991911 w 10020924"/>
              <a:gd name="connsiteY30" fmla="*/ 686668 h 2041903"/>
              <a:gd name="connsiteX31" fmla="*/ 8652240 w 10020924"/>
              <a:gd name="connsiteY31" fmla="*/ 686668 h 2041903"/>
              <a:gd name="connsiteX32" fmla="*/ 8652240 w 10020924"/>
              <a:gd name="connsiteY32" fmla="*/ 1522955 h 2041903"/>
              <a:gd name="connsiteX33" fmla="*/ 8411534 w 10020924"/>
              <a:gd name="connsiteY33" fmla="*/ 1522955 h 2041903"/>
              <a:gd name="connsiteX34" fmla="*/ 8411534 w 10020924"/>
              <a:gd name="connsiteY34" fmla="*/ 686668 h 2041903"/>
              <a:gd name="connsiteX35" fmla="*/ 8071817 w 10020924"/>
              <a:gd name="connsiteY35" fmla="*/ 686668 h 2041903"/>
              <a:gd name="connsiteX36" fmla="*/ 7075333 w 10020924"/>
              <a:gd name="connsiteY36" fmla="*/ 463851 h 2041903"/>
              <a:gd name="connsiteX37" fmla="*/ 7681075 w 10020924"/>
              <a:gd name="connsiteY37" fmla="*/ 463851 h 2041903"/>
              <a:gd name="connsiteX38" fmla="*/ 8023417 w 10020924"/>
              <a:gd name="connsiteY38" fmla="*/ 826574 h 2041903"/>
              <a:gd name="connsiteX39" fmla="*/ 8023417 w 10020924"/>
              <a:gd name="connsiteY39" fmla="*/ 1522671 h 2041903"/>
              <a:gd name="connsiteX40" fmla="*/ 7306759 w 10020924"/>
              <a:gd name="connsiteY40" fmla="*/ 1522671 h 2041903"/>
              <a:gd name="connsiteX41" fmla="*/ 7018293 w 10020924"/>
              <a:gd name="connsiteY41" fmla="*/ 1219793 h 2041903"/>
              <a:gd name="connsiteX42" fmla="*/ 7018293 w 10020924"/>
              <a:gd name="connsiteY42" fmla="*/ 1169781 h 2041903"/>
              <a:gd name="connsiteX43" fmla="*/ 7296628 w 10020924"/>
              <a:gd name="connsiteY43" fmla="*/ 866738 h 2041903"/>
              <a:gd name="connsiteX44" fmla="*/ 7785307 w 10020924"/>
              <a:gd name="connsiteY44" fmla="*/ 866738 h 2041903"/>
              <a:gd name="connsiteX45" fmla="*/ 7785307 w 10020924"/>
              <a:gd name="connsiteY45" fmla="*/ 829349 h 2041903"/>
              <a:gd name="connsiteX46" fmla="*/ 7665080 w 10020924"/>
              <a:gd name="connsiteY46" fmla="*/ 688428 h 2041903"/>
              <a:gd name="connsiteX47" fmla="*/ 7075333 w 10020924"/>
              <a:gd name="connsiteY47" fmla="*/ 688428 h 2041903"/>
              <a:gd name="connsiteX48" fmla="*/ 5930572 w 10020924"/>
              <a:gd name="connsiteY48" fmla="*/ 463851 h 2041903"/>
              <a:gd name="connsiteX49" fmla="*/ 6574718 w 10020924"/>
              <a:gd name="connsiteY49" fmla="*/ 463851 h 2041903"/>
              <a:gd name="connsiteX50" fmla="*/ 6925013 w 10020924"/>
              <a:gd name="connsiteY50" fmla="*/ 834884 h 2041903"/>
              <a:gd name="connsiteX51" fmla="*/ 6925013 w 10020924"/>
              <a:gd name="connsiteY51" fmla="*/ 1151743 h 2041903"/>
              <a:gd name="connsiteX52" fmla="*/ 6585968 w 10020924"/>
              <a:gd name="connsiteY52" fmla="*/ 1522671 h 2041903"/>
              <a:gd name="connsiteX53" fmla="*/ 5930572 w 10020924"/>
              <a:gd name="connsiteY53" fmla="*/ 1522671 h 2041903"/>
              <a:gd name="connsiteX54" fmla="*/ 4717895 w 10020924"/>
              <a:gd name="connsiteY54" fmla="*/ 463851 h 2041903"/>
              <a:gd name="connsiteX55" fmla="*/ 5638093 w 10020924"/>
              <a:gd name="connsiteY55" fmla="*/ 463851 h 2041903"/>
              <a:gd name="connsiteX56" fmla="*/ 5638093 w 10020924"/>
              <a:gd name="connsiteY56" fmla="*/ 686668 h 2041903"/>
              <a:gd name="connsiteX57" fmla="*/ 5298318 w 10020924"/>
              <a:gd name="connsiteY57" fmla="*/ 686668 h 2041903"/>
              <a:gd name="connsiteX58" fmla="*/ 5298318 w 10020924"/>
              <a:gd name="connsiteY58" fmla="*/ 1522955 h 2041903"/>
              <a:gd name="connsiteX59" fmla="*/ 5057626 w 10020924"/>
              <a:gd name="connsiteY59" fmla="*/ 1522955 h 2041903"/>
              <a:gd name="connsiteX60" fmla="*/ 5057626 w 10020924"/>
              <a:gd name="connsiteY60" fmla="*/ 686668 h 2041903"/>
              <a:gd name="connsiteX61" fmla="*/ 4717895 w 10020924"/>
              <a:gd name="connsiteY61" fmla="*/ 686668 h 2041903"/>
              <a:gd name="connsiteX62" fmla="*/ 3721291 w 10020924"/>
              <a:gd name="connsiteY62" fmla="*/ 463851 h 2041903"/>
              <a:gd name="connsiteX63" fmla="*/ 4641430 w 10020924"/>
              <a:gd name="connsiteY63" fmla="*/ 463851 h 2041903"/>
              <a:gd name="connsiteX64" fmla="*/ 4641430 w 10020924"/>
              <a:gd name="connsiteY64" fmla="*/ 686668 h 2041903"/>
              <a:gd name="connsiteX65" fmla="*/ 4301654 w 10020924"/>
              <a:gd name="connsiteY65" fmla="*/ 686668 h 2041903"/>
              <a:gd name="connsiteX66" fmla="*/ 4301654 w 10020924"/>
              <a:gd name="connsiteY66" fmla="*/ 1522955 h 2041903"/>
              <a:gd name="connsiteX67" fmla="*/ 4061067 w 10020924"/>
              <a:gd name="connsiteY67" fmla="*/ 1522955 h 2041903"/>
              <a:gd name="connsiteX68" fmla="*/ 4061067 w 10020924"/>
              <a:gd name="connsiteY68" fmla="*/ 686668 h 2041903"/>
              <a:gd name="connsiteX69" fmla="*/ 3721291 w 10020924"/>
              <a:gd name="connsiteY69" fmla="*/ 686668 h 2041903"/>
              <a:gd name="connsiteX70" fmla="*/ 2809822 w 10020924"/>
              <a:gd name="connsiteY70" fmla="*/ 452019 h 2041903"/>
              <a:gd name="connsiteX71" fmla="*/ 3016077 w 10020924"/>
              <a:gd name="connsiteY71" fmla="*/ 572753 h 2041903"/>
              <a:gd name="connsiteX72" fmla="*/ 3381948 w 10020924"/>
              <a:gd name="connsiteY72" fmla="*/ 1270566 h 2041903"/>
              <a:gd name="connsiteX73" fmla="*/ 3400240 w 10020924"/>
              <a:gd name="connsiteY73" fmla="*/ 1281756 h 2041903"/>
              <a:gd name="connsiteX74" fmla="*/ 3406134 w 10020924"/>
              <a:gd name="connsiteY74" fmla="*/ 1255736 h 2041903"/>
              <a:gd name="connsiteX75" fmla="*/ 3402657 w 10020924"/>
              <a:gd name="connsiteY75" fmla="*/ 1123946 h 2041903"/>
              <a:gd name="connsiteX76" fmla="*/ 3402657 w 10020924"/>
              <a:gd name="connsiteY76" fmla="*/ 463522 h 2041903"/>
              <a:gd name="connsiteX77" fmla="*/ 3639813 w 10020924"/>
              <a:gd name="connsiteY77" fmla="*/ 463522 h 2041903"/>
              <a:gd name="connsiteX78" fmla="*/ 3639813 w 10020924"/>
              <a:gd name="connsiteY78" fmla="*/ 1255333 h 2041903"/>
              <a:gd name="connsiteX79" fmla="*/ 3425426 w 10020924"/>
              <a:gd name="connsiteY79" fmla="*/ 1534727 h 2041903"/>
              <a:gd name="connsiteX80" fmla="*/ 3219125 w 10020924"/>
              <a:gd name="connsiteY80" fmla="*/ 1413949 h 2041903"/>
              <a:gd name="connsiteX81" fmla="*/ 2853165 w 10020924"/>
              <a:gd name="connsiteY81" fmla="*/ 716135 h 2041903"/>
              <a:gd name="connsiteX82" fmla="*/ 2834887 w 10020924"/>
              <a:gd name="connsiteY82" fmla="*/ 704930 h 2041903"/>
              <a:gd name="connsiteX83" fmla="*/ 2829009 w 10020924"/>
              <a:gd name="connsiteY83" fmla="*/ 730980 h 2041903"/>
              <a:gd name="connsiteX84" fmla="*/ 2832590 w 10020924"/>
              <a:gd name="connsiteY84" fmla="*/ 862725 h 2041903"/>
              <a:gd name="connsiteX85" fmla="*/ 2832590 w 10020924"/>
              <a:gd name="connsiteY85" fmla="*/ 1523194 h 2041903"/>
              <a:gd name="connsiteX86" fmla="*/ 2595360 w 10020924"/>
              <a:gd name="connsiteY86" fmla="*/ 1523194 h 2041903"/>
              <a:gd name="connsiteX87" fmla="*/ 2595360 w 10020924"/>
              <a:gd name="connsiteY87" fmla="*/ 731368 h 2041903"/>
              <a:gd name="connsiteX88" fmla="*/ 2809822 w 10020924"/>
              <a:gd name="connsiteY88" fmla="*/ 452019 h 2041903"/>
              <a:gd name="connsiteX89" fmla="*/ 1079247 w 10020924"/>
              <a:gd name="connsiteY89" fmla="*/ 330967 h 2041903"/>
              <a:gd name="connsiteX90" fmla="*/ 952084 w 10020924"/>
              <a:gd name="connsiteY90" fmla="*/ 465588 h 2041903"/>
              <a:gd name="connsiteX91" fmla="*/ 887125 w 10020924"/>
              <a:gd name="connsiteY91" fmla="*/ 684091 h 2041903"/>
              <a:gd name="connsiteX92" fmla="*/ 940315 w 10020924"/>
              <a:gd name="connsiteY92" fmla="*/ 833769 h 2041903"/>
              <a:gd name="connsiteX93" fmla="*/ 1079206 w 10020924"/>
              <a:gd name="connsiteY93" fmla="*/ 894946 h 2041903"/>
              <a:gd name="connsiteX94" fmla="*/ 1218097 w 10020924"/>
              <a:gd name="connsiteY94" fmla="*/ 833769 h 2041903"/>
              <a:gd name="connsiteX95" fmla="*/ 1271286 w 10020924"/>
              <a:gd name="connsiteY95" fmla="*/ 684091 h 2041903"/>
              <a:gd name="connsiteX96" fmla="*/ 1206328 w 10020924"/>
              <a:gd name="connsiteY96" fmla="*/ 465588 h 2041903"/>
              <a:gd name="connsiteX97" fmla="*/ 1079247 w 10020924"/>
              <a:gd name="connsiteY97" fmla="*/ 330967 h 2041903"/>
              <a:gd name="connsiteX98" fmla="*/ 805966 w 10020924"/>
              <a:gd name="connsiteY98" fmla="*/ 263259 h 2041903"/>
              <a:gd name="connsiteX99" fmla="*/ 446364 w 10020924"/>
              <a:gd name="connsiteY99" fmla="*/ 449558 h 2041903"/>
              <a:gd name="connsiteX100" fmla="*/ 316290 w 10020924"/>
              <a:gd name="connsiteY100" fmla="*/ 671430 h 2041903"/>
              <a:gd name="connsiteX101" fmla="*/ 265280 w 10020924"/>
              <a:gd name="connsiteY101" fmla="*/ 958605 h 2041903"/>
              <a:gd name="connsiteX102" fmla="*/ 329833 w 10020924"/>
              <a:gd name="connsiteY102" fmla="*/ 1280240 h 2041903"/>
              <a:gd name="connsiteX103" fmla="*/ 505249 w 10020924"/>
              <a:gd name="connsiteY103" fmla="*/ 1539802 h 2041903"/>
              <a:gd name="connsiteX104" fmla="*/ 764163 w 10020924"/>
              <a:gd name="connsiteY104" fmla="*/ 1713204 h 2041903"/>
              <a:gd name="connsiteX105" fmla="*/ 1079208 w 10020924"/>
              <a:gd name="connsiteY105" fmla="*/ 1776358 h 2041903"/>
              <a:gd name="connsiteX106" fmla="*/ 1394254 w 10020924"/>
              <a:gd name="connsiteY106" fmla="*/ 1713204 h 2041903"/>
              <a:gd name="connsiteX107" fmla="*/ 1653167 w 10020924"/>
              <a:gd name="connsiteY107" fmla="*/ 1539802 h 2041903"/>
              <a:gd name="connsiteX108" fmla="*/ 1828584 w 10020924"/>
              <a:gd name="connsiteY108" fmla="*/ 1280240 h 2041903"/>
              <a:gd name="connsiteX109" fmla="*/ 1893137 w 10020924"/>
              <a:gd name="connsiteY109" fmla="*/ 958605 h 2041903"/>
              <a:gd name="connsiteX110" fmla="*/ 1843297 w 10020924"/>
              <a:gd name="connsiteY110" fmla="*/ 674433 h 2041903"/>
              <a:gd name="connsiteX111" fmla="*/ 1715171 w 10020924"/>
              <a:gd name="connsiteY111" fmla="*/ 452650 h 2041903"/>
              <a:gd name="connsiteX112" fmla="*/ 1352451 w 10020924"/>
              <a:gd name="connsiteY112" fmla="*/ 263259 h 2041903"/>
              <a:gd name="connsiteX113" fmla="*/ 1489332 w 10020924"/>
              <a:gd name="connsiteY113" fmla="*/ 469668 h 2041903"/>
              <a:gd name="connsiteX114" fmla="*/ 1533501 w 10020924"/>
              <a:gd name="connsiteY114" fmla="*/ 697463 h 2041903"/>
              <a:gd name="connsiteX115" fmla="*/ 1395669 w 10020924"/>
              <a:gd name="connsiteY115" fmla="*/ 1031243 h 2041903"/>
              <a:gd name="connsiteX116" fmla="*/ 1079208 w 10020924"/>
              <a:gd name="connsiteY116" fmla="*/ 1160853 h 2041903"/>
              <a:gd name="connsiteX117" fmla="*/ 762748 w 10020924"/>
              <a:gd name="connsiteY117" fmla="*/ 1031243 h 2041903"/>
              <a:gd name="connsiteX118" fmla="*/ 624916 w 10020924"/>
              <a:gd name="connsiteY118" fmla="*/ 697463 h 2041903"/>
              <a:gd name="connsiteX119" fmla="*/ 673201 w 10020924"/>
              <a:gd name="connsiteY119" fmla="*/ 463015 h 2041903"/>
              <a:gd name="connsiteX120" fmla="*/ 805966 w 10020924"/>
              <a:gd name="connsiteY120" fmla="*/ 263259 h 2041903"/>
              <a:gd name="connsiteX121" fmla="*/ 817834 w 10020924"/>
              <a:gd name="connsiteY121" fmla="*/ 0 h 2041903"/>
              <a:gd name="connsiteX122" fmla="*/ 963091 w 10020924"/>
              <a:gd name="connsiteY122" fmla="*/ 14770 h 2041903"/>
              <a:gd name="connsiteX123" fmla="*/ 1079167 w 10020924"/>
              <a:gd name="connsiteY123" fmla="*/ 48893 h 2041903"/>
              <a:gd name="connsiteX124" fmla="*/ 1194646 w 10020924"/>
              <a:gd name="connsiteY124" fmla="*/ 14436 h 2041903"/>
              <a:gd name="connsiteX125" fmla="*/ 1340583 w 10020924"/>
              <a:gd name="connsiteY125" fmla="*/ 0 h 2041903"/>
              <a:gd name="connsiteX126" fmla="*/ 1649693 w 10020924"/>
              <a:gd name="connsiteY126" fmla="*/ 72213 h 2041903"/>
              <a:gd name="connsiteX127" fmla="*/ 1910677 w 10020924"/>
              <a:gd name="connsiteY127" fmla="*/ 272891 h 2041903"/>
              <a:gd name="connsiteX128" fmla="*/ 2091072 w 10020924"/>
              <a:gd name="connsiteY128" fmla="*/ 578096 h 2041903"/>
              <a:gd name="connsiteX129" fmla="*/ 2158417 w 10020924"/>
              <a:gd name="connsiteY129" fmla="*/ 963886 h 2041903"/>
              <a:gd name="connsiteX130" fmla="*/ 2071704 w 10020924"/>
              <a:gd name="connsiteY130" fmla="*/ 1388805 h 2041903"/>
              <a:gd name="connsiteX131" fmla="*/ 1837251 w 10020924"/>
              <a:gd name="connsiteY131" fmla="*/ 1730875 h 2041903"/>
              <a:gd name="connsiteX132" fmla="*/ 1493585 w 10020924"/>
              <a:gd name="connsiteY132" fmla="*/ 1958956 h 2041903"/>
              <a:gd name="connsiteX133" fmla="*/ 1079208 w 10020924"/>
              <a:gd name="connsiteY133" fmla="*/ 2041903 h 2041903"/>
              <a:gd name="connsiteX134" fmla="*/ 664832 w 10020924"/>
              <a:gd name="connsiteY134" fmla="*/ 1958956 h 2041903"/>
              <a:gd name="connsiteX135" fmla="*/ 321166 w 10020924"/>
              <a:gd name="connsiteY135" fmla="*/ 1730875 h 2041903"/>
              <a:gd name="connsiteX136" fmla="*/ 86713 w 10020924"/>
              <a:gd name="connsiteY136" fmla="*/ 1388805 h 2041903"/>
              <a:gd name="connsiteX137" fmla="*/ 0 w 10020924"/>
              <a:gd name="connsiteY137" fmla="*/ 963886 h 2041903"/>
              <a:gd name="connsiteX138" fmla="*/ 67345 w 10020924"/>
              <a:gd name="connsiteY138" fmla="*/ 578096 h 2041903"/>
              <a:gd name="connsiteX139" fmla="*/ 247740 w 10020924"/>
              <a:gd name="connsiteY139" fmla="*/ 272891 h 2041903"/>
              <a:gd name="connsiteX140" fmla="*/ 508723 w 10020924"/>
              <a:gd name="connsiteY140" fmla="*/ 72213 h 2041903"/>
              <a:gd name="connsiteX141" fmla="*/ 817834 w 10020924"/>
              <a:gd name="connsiteY141" fmla="*/ 0 h 20419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</a:cxnLst>
            <a:rect l="l" t="t" r="r" b="b"/>
            <a:pathLst>
              <a:path w="10020924" h="2041903">
                <a:moveTo>
                  <a:pt x="9329240" y="1080290"/>
                </a:moveTo>
                <a:cubicBezTo>
                  <a:pt x="9292358" y="1080290"/>
                  <a:pt x="9251983" y="1096116"/>
                  <a:pt x="9251983" y="1187029"/>
                </a:cubicBezTo>
                <a:cubicBezTo>
                  <a:pt x="9251983" y="1277880"/>
                  <a:pt x="9292801" y="1296468"/>
                  <a:pt x="9329240" y="1296468"/>
                </a:cubicBezTo>
                <a:lnTo>
                  <a:pt x="9782722" y="1296468"/>
                </a:lnTo>
                <a:lnTo>
                  <a:pt x="9782722" y="1080290"/>
                </a:lnTo>
                <a:close/>
                <a:moveTo>
                  <a:pt x="7331825" y="1080290"/>
                </a:moveTo>
                <a:cubicBezTo>
                  <a:pt x="7294927" y="1080290"/>
                  <a:pt x="7254583" y="1096116"/>
                  <a:pt x="7254583" y="1187029"/>
                </a:cubicBezTo>
                <a:cubicBezTo>
                  <a:pt x="7254583" y="1277880"/>
                  <a:pt x="7295379" y="1296468"/>
                  <a:pt x="7331825" y="1296468"/>
                </a:cubicBezTo>
                <a:lnTo>
                  <a:pt x="7785307" y="1296468"/>
                </a:lnTo>
                <a:lnTo>
                  <a:pt x="7785307" y="1080290"/>
                </a:lnTo>
                <a:close/>
                <a:moveTo>
                  <a:pt x="6171264" y="689323"/>
                </a:moveTo>
                <a:lnTo>
                  <a:pt x="6171264" y="1297318"/>
                </a:lnTo>
                <a:lnTo>
                  <a:pt x="6558679" y="1297318"/>
                </a:lnTo>
                <a:cubicBezTo>
                  <a:pt x="6645146" y="1297318"/>
                  <a:pt x="6679368" y="1257837"/>
                  <a:pt x="6679368" y="1156413"/>
                </a:cubicBezTo>
                <a:lnTo>
                  <a:pt x="6679368" y="830244"/>
                </a:lnTo>
                <a:cubicBezTo>
                  <a:pt x="6679368" y="728827"/>
                  <a:pt x="6645146" y="689323"/>
                  <a:pt x="6558679" y="689323"/>
                </a:cubicBezTo>
                <a:close/>
                <a:moveTo>
                  <a:pt x="9072763" y="463851"/>
                </a:moveTo>
                <a:lnTo>
                  <a:pt x="9678449" y="463851"/>
                </a:lnTo>
                <a:cubicBezTo>
                  <a:pt x="9932730" y="463851"/>
                  <a:pt x="10020924" y="559816"/>
                  <a:pt x="10020924" y="826574"/>
                </a:cubicBezTo>
                <a:lnTo>
                  <a:pt x="10020924" y="1522671"/>
                </a:lnTo>
                <a:lnTo>
                  <a:pt x="9304207" y="1522671"/>
                </a:lnTo>
                <a:cubicBezTo>
                  <a:pt x="9111641" y="1522671"/>
                  <a:pt x="9015771" y="1435849"/>
                  <a:pt x="9015771" y="1219793"/>
                </a:cubicBezTo>
                <a:lnTo>
                  <a:pt x="9015771" y="1169781"/>
                </a:lnTo>
                <a:cubicBezTo>
                  <a:pt x="9015771" y="959714"/>
                  <a:pt x="9108248" y="866738"/>
                  <a:pt x="9294061" y="866738"/>
                </a:cubicBezTo>
                <a:lnTo>
                  <a:pt x="9782829" y="866738"/>
                </a:lnTo>
                <a:cubicBezTo>
                  <a:pt x="9782829" y="858122"/>
                  <a:pt x="9782707" y="829861"/>
                  <a:pt x="9782707" y="829349"/>
                </a:cubicBezTo>
                <a:cubicBezTo>
                  <a:pt x="9782707" y="727955"/>
                  <a:pt x="9749047" y="688428"/>
                  <a:pt x="9662481" y="688428"/>
                </a:cubicBezTo>
                <a:lnTo>
                  <a:pt x="9072763" y="688428"/>
                </a:lnTo>
                <a:close/>
                <a:moveTo>
                  <a:pt x="8071817" y="463851"/>
                </a:moveTo>
                <a:lnTo>
                  <a:pt x="8991911" y="463851"/>
                </a:lnTo>
                <a:lnTo>
                  <a:pt x="8991911" y="686668"/>
                </a:lnTo>
                <a:lnTo>
                  <a:pt x="8652240" y="686668"/>
                </a:lnTo>
                <a:lnTo>
                  <a:pt x="8652240" y="1522955"/>
                </a:lnTo>
                <a:lnTo>
                  <a:pt x="8411534" y="1522955"/>
                </a:lnTo>
                <a:lnTo>
                  <a:pt x="8411534" y="686668"/>
                </a:lnTo>
                <a:lnTo>
                  <a:pt x="8071817" y="686668"/>
                </a:lnTo>
                <a:close/>
                <a:moveTo>
                  <a:pt x="7075333" y="463851"/>
                </a:moveTo>
                <a:lnTo>
                  <a:pt x="7681075" y="463851"/>
                </a:lnTo>
                <a:cubicBezTo>
                  <a:pt x="7935303" y="463851"/>
                  <a:pt x="8023424" y="559816"/>
                  <a:pt x="8023417" y="826574"/>
                </a:cubicBezTo>
                <a:lnTo>
                  <a:pt x="8023417" y="1522671"/>
                </a:lnTo>
                <a:lnTo>
                  <a:pt x="7306759" y="1522671"/>
                </a:lnTo>
                <a:cubicBezTo>
                  <a:pt x="7114170" y="1522671"/>
                  <a:pt x="7018293" y="1435849"/>
                  <a:pt x="7018293" y="1219793"/>
                </a:cubicBezTo>
                <a:lnTo>
                  <a:pt x="7018293" y="1169781"/>
                </a:lnTo>
                <a:cubicBezTo>
                  <a:pt x="7018293" y="959714"/>
                  <a:pt x="7110792" y="866738"/>
                  <a:pt x="7296628" y="866738"/>
                </a:cubicBezTo>
                <a:lnTo>
                  <a:pt x="7785307" y="866738"/>
                </a:lnTo>
                <a:lnTo>
                  <a:pt x="7785307" y="829349"/>
                </a:lnTo>
                <a:cubicBezTo>
                  <a:pt x="7785307" y="727955"/>
                  <a:pt x="7751547" y="688428"/>
                  <a:pt x="7665080" y="688428"/>
                </a:cubicBezTo>
                <a:lnTo>
                  <a:pt x="7075333" y="688428"/>
                </a:lnTo>
                <a:close/>
                <a:moveTo>
                  <a:pt x="5930572" y="463851"/>
                </a:moveTo>
                <a:lnTo>
                  <a:pt x="6574718" y="463851"/>
                </a:lnTo>
                <a:cubicBezTo>
                  <a:pt x="6817412" y="463851"/>
                  <a:pt x="6925013" y="557409"/>
                  <a:pt x="6925013" y="834884"/>
                </a:cubicBezTo>
                <a:lnTo>
                  <a:pt x="6925013" y="1151743"/>
                </a:lnTo>
                <a:cubicBezTo>
                  <a:pt x="6925013" y="1394650"/>
                  <a:pt x="6843589" y="1522671"/>
                  <a:pt x="6585968" y="1522671"/>
                </a:cubicBezTo>
                <a:lnTo>
                  <a:pt x="5930572" y="1522671"/>
                </a:lnTo>
                <a:close/>
                <a:moveTo>
                  <a:pt x="4717895" y="463851"/>
                </a:moveTo>
                <a:lnTo>
                  <a:pt x="5638093" y="463851"/>
                </a:lnTo>
                <a:lnTo>
                  <a:pt x="5638093" y="686668"/>
                </a:lnTo>
                <a:lnTo>
                  <a:pt x="5298318" y="686668"/>
                </a:lnTo>
                <a:lnTo>
                  <a:pt x="5298318" y="1522955"/>
                </a:lnTo>
                <a:lnTo>
                  <a:pt x="5057626" y="1522955"/>
                </a:lnTo>
                <a:lnTo>
                  <a:pt x="5057626" y="686668"/>
                </a:lnTo>
                <a:lnTo>
                  <a:pt x="4717895" y="686668"/>
                </a:lnTo>
                <a:close/>
                <a:moveTo>
                  <a:pt x="3721291" y="463851"/>
                </a:moveTo>
                <a:lnTo>
                  <a:pt x="4641430" y="463851"/>
                </a:lnTo>
                <a:lnTo>
                  <a:pt x="4641430" y="686668"/>
                </a:lnTo>
                <a:lnTo>
                  <a:pt x="4301654" y="686668"/>
                </a:lnTo>
                <a:lnTo>
                  <a:pt x="4301654" y="1522955"/>
                </a:lnTo>
                <a:lnTo>
                  <a:pt x="4061067" y="1522955"/>
                </a:lnTo>
                <a:lnTo>
                  <a:pt x="4061067" y="686668"/>
                </a:lnTo>
                <a:lnTo>
                  <a:pt x="3721291" y="686668"/>
                </a:lnTo>
                <a:close/>
                <a:moveTo>
                  <a:pt x="2809822" y="452019"/>
                </a:moveTo>
                <a:cubicBezTo>
                  <a:pt x="2915562" y="452019"/>
                  <a:pt x="2970732" y="501487"/>
                  <a:pt x="3016077" y="572753"/>
                </a:cubicBezTo>
                <a:cubicBezTo>
                  <a:pt x="3055320" y="634446"/>
                  <a:pt x="3376830" y="1260842"/>
                  <a:pt x="3381948" y="1270566"/>
                </a:cubicBezTo>
                <a:cubicBezTo>
                  <a:pt x="3386677" y="1279328"/>
                  <a:pt x="3393442" y="1285729"/>
                  <a:pt x="3400240" y="1281756"/>
                </a:cubicBezTo>
                <a:cubicBezTo>
                  <a:pt x="3406237" y="1278349"/>
                  <a:pt x="3406646" y="1267378"/>
                  <a:pt x="3406134" y="1255736"/>
                </a:cubicBezTo>
                <a:cubicBezTo>
                  <a:pt x="3405492" y="1241619"/>
                  <a:pt x="3402657" y="1171378"/>
                  <a:pt x="3402657" y="1123946"/>
                </a:cubicBezTo>
                <a:lnTo>
                  <a:pt x="3402657" y="463522"/>
                </a:lnTo>
                <a:lnTo>
                  <a:pt x="3639813" y="463522"/>
                </a:lnTo>
                <a:lnTo>
                  <a:pt x="3639813" y="1255333"/>
                </a:lnTo>
                <a:cubicBezTo>
                  <a:pt x="3639813" y="1491113"/>
                  <a:pt x="3523557" y="1534727"/>
                  <a:pt x="3425426" y="1534727"/>
                </a:cubicBezTo>
                <a:cubicBezTo>
                  <a:pt x="3319670" y="1534727"/>
                  <a:pt x="3264509" y="1485221"/>
                  <a:pt x="3219125" y="1413949"/>
                </a:cubicBezTo>
                <a:cubicBezTo>
                  <a:pt x="3155813" y="1314503"/>
                  <a:pt x="2857763" y="724966"/>
                  <a:pt x="2853165" y="716135"/>
                </a:cubicBezTo>
                <a:cubicBezTo>
                  <a:pt x="2848558" y="707335"/>
                  <a:pt x="2841793" y="701034"/>
                  <a:pt x="2834887" y="704930"/>
                </a:cubicBezTo>
                <a:cubicBezTo>
                  <a:pt x="2829005" y="708344"/>
                  <a:pt x="2828497" y="719338"/>
                  <a:pt x="2829009" y="730980"/>
                </a:cubicBezTo>
                <a:cubicBezTo>
                  <a:pt x="2829628" y="745090"/>
                  <a:pt x="2832590" y="815378"/>
                  <a:pt x="2832590" y="862725"/>
                </a:cubicBezTo>
                <a:lnTo>
                  <a:pt x="2832590" y="1523194"/>
                </a:lnTo>
                <a:lnTo>
                  <a:pt x="2595360" y="1523194"/>
                </a:lnTo>
                <a:lnTo>
                  <a:pt x="2595360" y="731368"/>
                </a:lnTo>
                <a:cubicBezTo>
                  <a:pt x="2595360" y="495611"/>
                  <a:pt x="2711606" y="452019"/>
                  <a:pt x="2809822" y="452019"/>
                </a:cubicBezTo>
                <a:close/>
                <a:moveTo>
                  <a:pt x="1079247" y="330967"/>
                </a:moveTo>
                <a:cubicBezTo>
                  <a:pt x="1039101" y="354484"/>
                  <a:pt x="989740" y="403598"/>
                  <a:pt x="952084" y="465588"/>
                </a:cubicBezTo>
                <a:cubicBezTo>
                  <a:pt x="914427" y="527577"/>
                  <a:pt x="887125" y="603548"/>
                  <a:pt x="887125" y="684091"/>
                </a:cubicBezTo>
                <a:cubicBezTo>
                  <a:pt x="887125" y="743091"/>
                  <a:pt x="906578" y="795805"/>
                  <a:pt x="940315" y="833769"/>
                </a:cubicBezTo>
                <a:cubicBezTo>
                  <a:pt x="974052" y="871732"/>
                  <a:pt x="1022072" y="894946"/>
                  <a:pt x="1079206" y="894946"/>
                </a:cubicBezTo>
                <a:cubicBezTo>
                  <a:pt x="1136340" y="894946"/>
                  <a:pt x="1184360" y="871732"/>
                  <a:pt x="1218097" y="833769"/>
                </a:cubicBezTo>
                <a:cubicBezTo>
                  <a:pt x="1251833" y="795805"/>
                  <a:pt x="1271286" y="743091"/>
                  <a:pt x="1271286" y="684091"/>
                </a:cubicBezTo>
                <a:cubicBezTo>
                  <a:pt x="1271286" y="603548"/>
                  <a:pt x="1243984" y="527577"/>
                  <a:pt x="1206328" y="465588"/>
                </a:cubicBezTo>
                <a:cubicBezTo>
                  <a:pt x="1168672" y="403598"/>
                  <a:pt x="1110735" y="347874"/>
                  <a:pt x="1079247" y="330967"/>
                </a:cubicBezTo>
                <a:close/>
                <a:moveTo>
                  <a:pt x="805966" y="263259"/>
                </a:moveTo>
                <a:cubicBezTo>
                  <a:pt x="686954" y="257894"/>
                  <a:pt x="551782" y="326830"/>
                  <a:pt x="446364" y="449558"/>
                </a:cubicBezTo>
                <a:cubicBezTo>
                  <a:pt x="393654" y="510922"/>
                  <a:pt x="348383" y="585734"/>
                  <a:pt x="316290" y="671430"/>
                </a:cubicBezTo>
                <a:cubicBezTo>
                  <a:pt x="284196" y="757125"/>
                  <a:pt x="265280" y="853705"/>
                  <a:pt x="265280" y="958605"/>
                </a:cubicBezTo>
                <a:cubicBezTo>
                  <a:pt x="265280" y="1073486"/>
                  <a:pt x="288318" y="1182036"/>
                  <a:pt x="329833" y="1280240"/>
                </a:cubicBezTo>
                <a:cubicBezTo>
                  <a:pt x="371348" y="1378444"/>
                  <a:pt x="431341" y="1466303"/>
                  <a:pt x="505249" y="1539802"/>
                </a:cubicBezTo>
                <a:cubicBezTo>
                  <a:pt x="579158" y="1613301"/>
                  <a:pt x="666983" y="1672440"/>
                  <a:pt x="764163" y="1713204"/>
                </a:cubicBezTo>
                <a:cubicBezTo>
                  <a:pt x="861343" y="1753969"/>
                  <a:pt x="967878" y="1776358"/>
                  <a:pt x="1079208" y="1776358"/>
                </a:cubicBezTo>
                <a:cubicBezTo>
                  <a:pt x="1190538" y="1776358"/>
                  <a:pt x="1297074" y="1753969"/>
                  <a:pt x="1394254" y="1713204"/>
                </a:cubicBezTo>
                <a:cubicBezTo>
                  <a:pt x="1491434" y="1672440"/>
                  <a:pt x="1579259" y="1613301"/>
                  <a:pt x="1653167" y="1539802"/>
                </a:cubicBezTo>
                <a:cubicBezTo>
                  <a:pt x="1727076" y="1466303"/>
                  <a:pt x="1787068" y="1378444"/>
                  <a:pt x="1828584" y="1280240"/>
                </a:cubicBezTo>
                <a:cubicBezTo>
                  <a:pt x="1870099" y="1182036"/>
                  <a:pt x="1893137" y="1073486"/>
                  <a:pt x="1893137" y="958605"/>
                </a:cubicBezTo>
                <a:cubicBezTo>
                  <a:pt x="1893137" y="855344"/>
                  <a:pt x="1874740" y="759689"/>
                  <a:pt x="1843297" y="674433"/>
                </a:cubicBezTo>
                <a:cubicBezTo>
                  <a:pt x="1811852" y="589176"/>
                  <a:pt x="1767361" y="514318"/>
                  <a:pt x="1715171" y="452650"/>
                </a:cubicBezTo>
                <a:cubicBezTo>
                  <a:pt x="1610792" y="329313"/>
                  <a:pt x="1475621" y="258738"/>
                  <a:pt x="1352451" y="263259"/>
                </a:cubicBezTo>
                <a:cubicBezTo>
                  <a:pt x="1412945" y="322179"/>
                  <a:pt x="1458865" y="394141"/>
                  <a:pt x="1489332" y="469668"/>
                </a:cubicBezTo>
                <a:cubicBezTo>
                  <a:pt x="1519800" y="545194"/>
                  <a:pt x="1534815" y="624285"/>
                  <a:pt x="1533501" y="697463"/>
                </a:cubicBezTo>
                <a:cubicBezTo>
                  <a:pt x="1533501" y="833577"/>
                  <a:pt x="1479467" y="949424"/>
                  <a:pt x="1395669" y="1031243"/>
                </a:cubicBezTo>
                <a:cubicBezTo>
                  <a:pt x="1311871" y="1113062"/>
                  <a:pt x="1198308" y="1160853"/>
                  <a:pt x="1079208" y="1160853"/>
                </a:cubicBezTo>
                <a:cubicBezTo>
                  <a:pt x="960109" y="1160853"/>
                  <a:pt x="846546" y="1113062"/>
                  <a:pt x="762748" y="1031243"/>
                </a:cubicBezTo>
                <a:cubicBezTo>
                  <a:pt x="678950" y="949424"/>
                  <a:pt x="624916" y="833577"/>
                  <a:pt x="624916" y="697463"/>
                </a:cubicBezTo>
                <a:cubicBezTo>
                  <a:pt x="624916" y="618236"/>
                  <a:pt x="642018" y="537734"/>
                  <a:pt x="673201" y="463015"/>
                </a:cubicBezTo>
                <a:cubicBezTo>
                  <a:pt x="704383" y="388296"/>
                  <a:pt x="749646" y="319359"/>
                  <a:pt x="805966" y="263259"/>
                </a:cubicBezTo>
                <a:close/>
                <a:moveTo>
                  <a:pt x="817834" y="0"/>
                </a:moveTo>
                <a:cubicBezTo>
                  <a:pt x="866589" y="0"/>
                  <a:pt x="917272" y="5772"/>
                  <a:pt x="963091" y="14770"/>
                </a:cubicBezTo>
                <a:cubicBezTo>
                  <a:pt x="1008909" y="23768"/>
                  <a:pt x="1049865" y="35991"/>
                  <a:pt x="1079167" y="48893"/>
                </a:cubicBezTo>
                <a:cubicBezTo>
                  <a:pt x="1107617" y="35545"/>
                  <a:pt x="1148593" y="23322"/>
                  <a:pt x="1194646" y="14436"/>
                </a:cubicBezTo>
                <a:cubicBezTo>
                  <a:pt x="1240699" y="5549"/>
                  <a:pt x="1291827" y="0"/>
                  <a:pt x="1340583" y="0"/>
                </a:cubicBezTo>
                <a:cubicBezTo>
                  <a:pt x="1448034" y="0"/>
                  <a:pt x="1552874" y="25401"/>
                  <a:pt x="1649693" y="72213"/>
                </a:cubicBezTo>
                <a:cubicBezTo>
                  <a:pt x="1746513" y="119025"/>
                  <a:pt x="1835310" y="187248"/>
                  <a:pt x="1910677" y="272891"/>
                </a:cubicBezTo>
                <a:cubicBezTo>
                  <a:pt x="1986043" y="358535"/>
                  <a:pt x="2047978" y="461600"/>
                  <a:pt x="2091072" y="578096"/>
                </a:cubicBezTo>
                <a:cubicBezTo>
                  <a:pt x="2134165" y="694592"/>
                  <a:pt x="2158417" y="824518"/>
                  <a:pt x="2158417" y="963886"/>
                </a:cubicBezTo>
                <a:cubicBezTo>
                  <a:pt x="2158417" y="1115873"/>
                  <a:pt x="2127372" y="1259243"/>
                  <a:pt x="2071704" y="1388805"/>
                </a:cubicBezTo>
                <a:cubicBezTo>
                  <a:pt x="2016036" y="1518366"/>
                  <a:pt x="1935744" y="1634120"/>
                  <a:pt x="1837251" y="1730875"/>
                </a:cubicBezTo>
                <a:cubicBezTo>
                  <a:pt x="1738759" y="1827631"/>
                  <a:pt x="1622064" y="1905388"/>
                  <a:pt x="1493585" y="1958956"/>
                </a:cubicBezTo>
                <a:cubicBezTo>
                  <a:pt x="1365105" y="2012524"/>
                  <a:pt x="1224841" y="2041903"/>
                  <a:pt x="1079208" y="2041903"/>
                </a:cubicBezTo>
                <a:cubicBezTo>
                  <a:pt x="933576" y="2041903"/>
                  <a:pt x="793312" y="2012524"/>
                  <a:pt x="664832" y="1958956"/>
                </a:cubicBezTo>
                <a:cubicBezTo>
                  <a:pt x="536353" y="1905388"/>
                  <a:pt x="419658" y="1827631"/>
                  <a:pt x="321166" y="1730875"/>
                </a:cubicBezTo>
                <a:cubicBezTo>
                  <a:pt x="222673" y="1634120"/>
                  <a:pt x="142381" y="1518366"/>
                  <a:pt x="86713" y="1388805"/>
                </a:cubicBezTo>
                <a:cubicBezTo>
                  <a:pt x="31045" y="1259243"/>
                  <a:pt x="0" y="1115873"/>
                  <a:pt x="0" y="963886"/>
                </a:cubicBezTo>
                <a:cubicBezTo>
                  <a:pt x="0" y="824518"/>
                  <a:pt x="24252" y="694592"/>
                  <a:pt x="67345" y="578096"/>
                </a:cubicBezTo>
                <a:cubicBezTo>
                  <a:pt x="110439" y="461600"/>
                  <a:pt x="172374" y="358535"/>
                  <a:pt x="247740" y="272891"/>
                </a:cubicBezTo>
                <a:cubicBezTo>
                  <a:pt x="323106" y="187248"/>
                  <a:pt x="411904" y="119025"/>
                  <a:pt x="508723" y="72213"/>
                </a:cubicBezTo>
                <a:cubicBezTo>
                  <a:pt x="605542" y="25401"/>
                  <a:pt x="710382" y="0"/>
                  <a:pt x="817834" y="0"/>
                </a:cubicBezTo>
                <a:close/>
              </a:path>
            </a:pathLst>
          </a:custGeom>
          <a:solidFill>
            <a:srgbClr val="0072BC"/>
          </a:solidFill>
          <a:ln w="7639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89611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78" r:id="rId1"/>
    <p:sldLayoutId id="2147484079" r:id="rId2"/>
  </p:sldLayoutIdLst>
  <p:hf hd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lang="en-US" sz="4800" b="0" i="0" kern="1200" dirty="0">
          <a:solidFill>
            <a:schemeClr val="bg1"/>
          </a:solidFill>
          <a:latin typeface="Georgia" panose="02040502050405020303" pitchFamily="18" charset="0"/>
          <a:ea typeface="+mj-ea"/>
          <a:cs typeface="Times New Roman" panose="02020603050405020304" pitchFamily="18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lang="en-US" sz="2000" b="0" i="0" kern="1200" dirty="0" smtClean="0">
          <a:solidFill>
            <a:srgbClr val="F8F8F8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">
            <a:extLst>
              <a:ext uri="{FF2B5EF4-FFF2-40B4-BE49-F238E27FC236}">
                <a16:creationId xmlns:a16="http://schemas.microsoft.com/office/drawing/2014/main" id="{2B77F751-4A73-F5B2-46BF-FA8F83187EA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24601"/>
            <a:ext cx="1295400" cy="3048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200">
                <a:solidFill>
                  <a:srgbClr val="050D24"/>
                </a:solidFill>
              </a:defRPr>
            </a:lvl1pPr>
          </a:lstStyle>
          <a:p>
            <a:r>
              <a:rPr lang="en-US" noProof="0" dirty="0"/>
              <a:t>November 2025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CC985B73-0F18-F280-6DFA-98D9E7E3C5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438400"/>
            <a:ext cx="4953000" cy="1371600"/>
          </a:xfrm>
          <a:prstGeom prst="rect">
            <a:avLst/>
          </a:prstGeom>
        </p:spPr>
        <p:txBody>
          <a:bodyPr vert="horz" lIns="0" tIns="45720" rIns="0" bIns="45720" rtlCol="0" anchor="b">
            <a:noAutofit/>
          </a:bodyPr>
          <a:lstStyle/>
          <a:p>
            <a:r>
              <a:rPr lang="en-US" noProof="0"/>
              <a:t>Click to edit title</a:t>
            </a:r>
          </a:p>
        </p:txBody>
      </p:sp>
      <p:sp>
        <p:nvSpPr>
          <p:cNvPr id="5" name="Legal">
            <a:extLst>
              <a:ext uri="{FF2B5EF4-FFF2-40B4-BE49-F238E27FC236}">
                <a16:creationId xmlns:a16="http://schemas.microsoft.com/office/drawing/2014/main" id="{169877AF-B46D-3BC5-5B99-8D6306414C4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828800" y="6324602"/>
            <a:ext cx="4114800" cy="3048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200" b="0" i="0">
                <a:solidFill>
                  <a:srgbClr val="050D24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 noProof="0"/>
              <a:t>NTT DATA, Inc.</a:t>
            </a:r>
          </a:p>
        </p:txBody>
      </p:sp>
      <p:sp>
        <p:nvSpPr>
          <p:cNvPr id="6" name="NTT DATA Global Logo" descr="NTT DATA Global Logo">
            <a:extLst>
              <a:ext uri="{FF2B5EF4-FFF2-40B4-BE49-F238E27FC236}">
                <a16:creationId xmlns:a16="http://schemas.microsoft.com/office/drawing/2014/main" id="{993E904F-F143-F66C-80F2-44AF6A64563C}"/>
              </a:ext>
            </a:extLst>
          </p:cNvPr>
          <p:cNvSpPr/>
          <p:nvPr userDrawn="1"/>
        </p:nvSpPr>
        <p:spPr bwMode="black">
          <a:xfrm>
            <a:off x="402336" y="320040"/>
            <a:ext cx="1956816" cy="398728"/>
          </a:xfrm>
          <a:custGeom>
            <a:avLst/>
            <a:gdLst>
              <a:gd name="connsiteX0" fmla="*/ 9329240 w 10020924"/>
              <a:gd name="connsiteY0" fmla="*/ 1080290 h 2041903"/>
              <a:gd name="connsiteX1" fmla="*/ 9251983 w 10020924"/>
              <a:gd name="connsiteY1" fmla="*/ 1187029 h 2041903"/>
              <a:gd name="connsiteX2" fmla="*/ 9329240 w 10020924"/>
              <a:gd name="connsiteY2" fmla="*/ 1296468 h 2041903"/>
              <a:gd name="connsiteX3" fmla="*/ 9782722 w 10020924"/>
              <a:gd name="connsiteY3" fmla="*/ 1296468 h 2041903"/>
              <a:gd name="connsiteX4" fmla="*/ 9782722 w 10020924"/>
              <a:gd name="connsiteY4" fmla="*/ 1080290 h 2041903"/>
              <a:gd name="connsiteX5" fmla="*/ 7331825 w 10020924"/>
              <a:gd name="connsiteY5" fmla="*/ 1080290 h 2041903"/>
              <a:gd name="connsiteX6" fmla="*/ 7254583 w 10020924"/>
              <a:gd name="connsiteY6" fmla="*/ 1187029 h 2041903"/>
              <a:gd name="connsiteX7" fmla="*/ 7331825 w 10020924"/>
              <a:gd name="connsiteY7" fmla="*/ 1296468 h 2041903"/>
              <a:gd name="connsiteX8" fmla="*/ 7785307 w 10020924"/>
              <a:gd name="connsiteY8" fmla="*/ 1296468 h 2041903"/>
              <a:gd name="connsiteX9" fmla="*/ 7785307 w 10020924"/>
              <a:gd name="connsiteY9" fmla="*/ 1080290 h 2041903"/>
              <a:gd name="connsiteX10" fmla="*/ 6171264 w 10020924"/>
              <a:gd name="connsiteY10" fmla="*/ 689323 h 2041903"/>
              <a:gd name="connsiteX11" fmla="*/ 6171264 w 10020924"/>
              <a:gd name="connsiteY11" fmla="*/ 1297318 h 2041903"/>
              <a:gd name="connsiteX12" fmla="*/ 6558679 w 10020924"/>
              <a:gd name="connsiteY12" fmla="*/ 1297318 h 2041903"/>
              <a:gd name="connsiteX13" fmla="*/ 6679368 w 10020924"/>
              <a:gd name="connsiteY13" fmla="*/ 1156413 h 2041903"/>
              <a:gd name="connsiteX14" fmla="*/ 6679368 w 10020924"/>
              <a:gd name="connsiteY14" fmla="*/ 830244 h 2041903"/>
              <a:gd name="connsiteX15" fmla="*/ 6558679 w 10020924"/>
              <a:gd name="connsiteY15" fmla="*/ 689323 h 2041903"/>
              <a:gd name="connsiteX16" fmla="*/ 9072763 w 10020924"/>
              <a:gd name="connsiteY16" fmla="*/ 463851 h 2041903"/>
              <a:gd name="connsiteX17" fmla="*/ 9678449 w 10020924"/>
              <a:gd name="connsiteY17" fmla="*/ 463851 h 2041903"/>
              <a:gd name="connsiteX18" fmla="*/ 10020924 w 10020924"/>
              <a:gd name="connsiteY18" fmla="*/ 826574 h 2041903"/>
              <a:gd name="connsiteX19" fmla="*/ 10020924 w 10020924"/>
              <a:gd name="connsiteY19" fmla="*/ 1522671 h 2041903"/>
              <a:gd name="connsiteX20" fmla="*/ 9304207 w 10020924"/>
              <a:gd name="connsiteY20" fmla="*/ 1522671 h 2041903"/>
              <a:gd name="connsiteX21" fmla="*/ 9015771 w 10020924"/>
              <a:gd name="connsiteY21" fmla="*/ 1219793 h 2041903"/>
              <a:gd name="connsiteX22" fmla="*/ 9015771 w 10020924"/>
              <a:gd name="connsiteY22" fmla="*/ 1169781 h 2041903"/>
              <a:gd name="connsiteX23" fmla="*/ 9294061 w 10020924"/>
              <a:gd name="connsiteY23" fmla="*/ 866738 h 2041903"/>
              <a:gd name="connsiteX24" fmla="*/ 9782829 w 10020924"/>
              <a:gd name="connsiteY24" fmla="*/ 866738 h 2041903"/>
              <a:gd name="connsiteX25" fmla="*/ 9782707 w 10020924"/>
              <a:gd name="connsiteY25" fmla="*/ 829349 h 2041903"/>
              <a:gd name="connsiteX26" fmla="*/ 9662481 w 10020924"/>
              <a:gd name="connsiteY26" fmla="*/ 688428 h 2041903"/>
              <a:gd name="connsiteX27" fmla="*/ 9072763 w 10020924"/>
              <a:gd name="connsiteY27" fmla="*/ 688428 h 2041903"/>
              <a:gd name="connsiteX28" fmla="*/ 8071817 w 10020924"/>
              <a:gd name="connsiteY28" fmla="*/ 463851 h 2041903"/>
              <a:gd name="connsiteX29" fmla="*/ 8991911 w 10020924"/>
              <a:gd name="connsiteY29" fmla="*/ 463851 h 2041903"/>
              <a:gd name="connsiteX30" fmla="*/ 8991911 w 10020924"/>
              <a:gd name="connsiteY30" fmla="*/ 686668 h 2041903"/>
              <a:gd name="connsiteX31" fmla="*/ 8652240 w 10020924"/>
              <a:gd name="connsiteY31" fmla="*/ 686668 h 2041903"/>
              <a:gd name="connsiteX32" fmla="*/ 8652240 w 10020924"/>
              <a:gd name="connsiteY32" fmla="*/ 1522955 h 2041903"/>
              <a:gd name="connsiteX33" fmla="*/ 8411534 w 10020924"/>
              <a:gd name="connsiteY33" fmla="*/ 1522955 h 2041903"/>
              <a:gd name="connsiteX34" fmla="*/ 8411534 w 10020924"/>
              <a:gd name="connsiteY34" fmla="*/ 686668 h 2041903"/>
              <a:gd name="connsiteX35" fmla="*/ 8071817 w 10020924"/>
              <a:gd name="connsiteY35" fmla="*/ 686668 h 2041903"/>
              <a:gd name="connsiteX36" fmla="*/ 7075333 w 10020924"/>
              <a:gd name="connsiteY36" fmla="*/ 463851 h 2041903"/>
              <a:gd name="connsiteX37" fmla="*/ 7681075 w 10020924"/>
              <a:gd name="connsiteY37" fmla="*/ 463851 h 2041903"/>
              <a:gd name="connsiteX38" fmla="*/ 8023417 w 10020924"/>
              <a:gd name="connsiteY38" fmla="*/ 826574 h 2041903"/>
              <a:gd name="connsiteX39" fmla="*/ 8023417 w 10020924"/>
              <a:gd name="connsiteY39" fmla="*/ 1522671 h 2041903"/>
              <a:gd name="connsiteX40" fmla="*/ 7306759 w 10020924"/>
              <a:gd name="connsiteY40" fmla="*/ 1522671 h 2041903"/>
              <a:gd name="connsiteX41" fmla="*/ 7018293 w 10020924"/>
              <a:gd name="connsiteY41" fmla="*/ 1219793 h 2041903"/>
              <a:gd name="connsiteX42" fmla="*/ 7018293 w 10020924"/>
              <a:gd name="connsiteY42" fmla="*/ 1169781 h 2041903"/>
              <a:gd name="connsiteX43" fmla="*/ 7296628 w 10020924"/>
              <a:gd name="connsiteY43" fmla="*/ 866738 h 2041903"/>
              <a:gd name="connsiteX44" fmla="*/ 7785307 w 10020924"/>
              <a:gd name="connsiteY44" fmla="*/ 866738 h 2041903"/>
              <a:gd name="connsiteX45" fmla="*/ 7785307 w 10020924"/>
              <a:gd name="connsiteY45" fmla="*/ 829349 h 2041903"/>
              <a:gd name="connsiteX46" fmla="*/ 7665080 w 10020924"/>
              <a:gd name="connsiteY46" fmla="*/ 688428 h 2041903"/>
              <a:gd name="connsiteX47" fmla="*/ 7075333 w 10020924"/>
              <a:gd name="connsiteY47" fmla="*/ 688428 h 2041903"/>
              <a:gd name="connsiteX48" fmla="*/ 5930572 w 10020924"/>
              <a:gd name="connsiteY48" fmla="*/ 463851 h 2041903"/>
              <a:gd name="connsiteX49" fmla="*/ 6574718 w 10020924"/>
              <a:gd name="connsiteY49" fmla="*/ 463851 h 2041903"/>
              <a:gd name="connsiteX50" fmla="*/ 6925013 w 10020924"/>
              <a:gd name="connsiteY50" fmla="*/ 834884 h 2041903"/>
              <a:gd name="connsiteX51" fmla="*/ 6925013 w 10020924"/>
              <a:gd name="connsiteY51" fmla="*/ 1151743 h 2041903"/>
              <a:gd name="connsiteX52" fmla="*/ 6585968 w 10020924"/>
              <a:gd name="connsiteY52" fmla="*/ 1522671 h 2041903"/>
              <a:gd name="connsiteX53" fmla="*/ 5930572 w 10020924"/>
              <a:gd name="connsiteY53" fmla="*/ 1522671 h 2041903"/>
              <a:gd name="connsiteX54" fmla="*/ 4717895 w 10020924"/>
              <a:gd name="connsiteY54" fmla="*/ 463851 h 2041903"/>
              <a:gd name="connsiteX55" fmla="*/ 5638093 w 10020924"/>
              <a:gd name="connsiteY55" fmla="*/ 463851 h 2041903"/>
              <a:gd name="connsiteX56" fmla="*/ 5638093 w 10020924"/>
              <a:gd name="connsiteY56" fmla="*/ 686668 h 2041903"/>
              <a:gd name="connsiteX57" fmla="*/ 5298318 w 10020924"/>
              <a:gd name="connsiteY57" fmla="*/ 686668 h 2041903"/>
              <a:gd name="connsiteX58" fmla="*/ 5298318 w 10020924"/>
              <a:gd name="connsiteY58" fmla="*/ 1522955 h 2041903"/>
              <a:gd name="connsiteX59" fmla="*/ 5057626 w 10020924"/>
              <a:gd name="connsiteY59" fmla="*/ 1522955 h 2041903"/>
              <a:gd name="connsiteX60" fmla="*/ 5057626 w 10020924"/>
              <a:gd name="connsiteY60" fmla="*/ 686668 h 2041903"/>
              <a:gd name="connsiteX61" fmla="*/ 4717895 w 10020924"/>
              <a:gd name="connsiteY61" fmla="*/ 686668 h 2041903"/>
              <a:gd name="connsiteX62" fmla="*/ 3721291 w 10020924"/>
              <a:gd name="connsiteY62" fmla="*/ 463851 h 2041903"/>
              <a:gd name="connsiteX63" fmla="*/ 4641430 w 10020924"/>
              <a:gd name="connsiteY63" fmla="*/ 463851 h 2041903"/>
              <a:gd name="connsiteX64" fmla="*/ 4641430 w 10020924"/>
              <a:gd name="connsiteY64" fmla="*/ 686668 h 2041903"/>
              <a:gd name="connsiteX65" fmla="*/ 4301654 w 10020924"/>
              <a:gd name="connsiteY65" fmla="*/ 686668 h 2041903"/>
              <a:gd name="connsiteX66" fmla="*/ 4301654 w 10020924"/>
              <a:gd name="connsiteY66" fmla="*/ 1522955 h 2041903"/>
              <a:gd name="connsiteX67" fmla="*/ 4061067 w 10020924"/>
              <a:gd name="connsiteY67" fmla="*/ 1522955 h 2041903"/>
              <a:gd name="connsiteX68" fmla="*/ 4061067 w 10020924"/>
              <a:gd name="connsiteY68" fmla="*/ 686668 h 2041903"/>
              <a:gd name="connsiteX69" fmla="*/ 3721291 w 10020924"/>
              <a:gd name="connsiteY69" fmla="*/ 686668 h 2041903"/>
              <a:gd name="connsiteX70" fmla="*/ 2809822 w 10020924"/>
              <a:gd name="connsiteY70" fmla="*/ 452019 h 2041903"/>
              <a:gd name="connsiteX71" fmla="*/ 3016077 w 10020924"/>
              <a:gd name="connsiteY71" fmla="*/ 572753 h 2041903"/>
              <a:gd name="connsiteX72" fmla="*/ 3381948 w 10020924"/>
              <a:gd name="connsiteY72" fmla="*/ 1270566 h 2041903"/>
              <a:gd name="connsiteX73" fmla="*/ 3400240 w 10020924"/>
              <a:gd name="connsiteY73" fmla="*/ 1281756 h 2041903"/>
              <a:gd name="connsiteX74" fmla="*/ 3406134 w 10020924"/>
              <a:gd name="connsiteY74" fmla="*/ 1255736 h 2041903"/>
              <a:gd name="connsiteX75" fmla="*/ 3402657 w 10020924"/>
              <a:gd name="connsiteY75" fmla="*/ 1123946 h 2041903"/>
              <a:gd name="connsiteX76" fmla="*/ 3402657 w 10020924"/>
              <a:gd name="connsiteY76" fmla="*/ 463522 h 2041903"/>
              <a:gd name="connsiteX77" fmla="*/ 3639813 w 10020924"/>
              <a:gd name="connsiteY77" fmla="*/ 463522 h 2041903"/>
              <a:gd name="connsiteX78" fmla="*/ 3639813 w 10020924"/>
              <a:gd name="connsiteY78" fmla="*/ 1255333 h 2041903"/>
              <a:gd name="connsiteX79" fmla="*/ 3425426 w 10020924"/>
              <a:gd name="connsiteY79" fmla="*/ 1534727 h 2041903"/>
              <a:gd name="connsiteX80" fmla="*/ 3219125 w 10020924"/>
              <a:gd name="connsiteY80" fmla="*/ 1413949 h 2041903"/>
              <a:gd name="connsiteX81" fmla="*/ 2853165 w 10020924"/>
              <a:gd name="connsiteY81" fmla="*/ 716135 h 2041903"/>
              <a:gd name="connsiteX82" fmla="*/ 2834887 w 10020924"/>
              <a:gd name="connsiteY82" fmla="*/ 704930 h 2041903"/>
              <a:gd name="connsiteX83" fmla="*/ 2829009 w 10020924"/>
              <a:gd name="connsiteY83" fmla="*/ 730980 h 2041903"/>
              <a:gd name="connsiteX84" fmla="*/ 2832590 w 10020924"/>
              <a:gd name="connsiteY84" fmla="*/ 862725 h 2041903"/>
              <a:gd name="connsiteX85" fmla="*/ 2832590 w 10020924"/>
              <a:gd name="connsiteY85" fmla="*/ 1523194 h 2041903"/>
              <a:gd name="connsiteX86" fmla="*/ 2595360 w 10020924"/>
              <a:gd name="connsiteY86" fmla="*/ 1523194 h 2041903"/>
              <a:gd name="connsiteX87" fmla="*/ 2595360 w 10020924"/>
              <a:gd name="connsiteY87" fmla="*/ 731368 h 2041903"/>
              <a:gd name="connsiteX88" fmla="*/ 2809822 w 10020924"/>
              <a:gd name="connsiteY88" fmla="*/ 452019 h 2041903"/>
              <a:gd name="connsiteX89" fmla="*/ 1079247 w 10020924"/>
              <a:gd name="connsiteY89" fmla="*/ 330967 h 2041903"/>
              <a:gd name="connsiteX90" fmla="*/ 952084 w 10020924"/>
              <a:gd name="connsiteY90" fmla="*/ 465588 h 2041903"/>
              <a:gd name="connsiteX91" fmla="*/ 887125 w 10020924"/>
              <a:gd name="connsiteY91" fmla="*/ 684091 h 2041903"/>
              <a:gd name="connsiteX92" fmla="*/ 940315 w 10020924"/>
              <a:gd name="connsiteY92" fmla="*/ 833769 h 2041903"/>
              <a:gd name="connsiteX93" fmla="*/ 1079206 w 10020924"/>
              <a:gd name="connsiteY93" fmla="*/ 894946 h 2041903"/>
              <a:gd name="connsiteX94" fmla="*/ 1218097 w 10020924"/>
              <a:gd name="connsiteY94" fmla="*/ 833769 h 2041903"/>
              <a:gd name="connsiteX95" fmla="*/ 1271286 w 10020924"/>
              <a:gd name="connsiteY95" fmla="*/ 684091 h 2041903"/>
              <a:gd name="connsiteX96" fmla="*/ 1206328 w 10020924"/>
              <a:gd name="connsiteY96" fmla="*/ 465588 h 2041903"/>
              <a:gd name="connsiteX97" fmla="*/ 1079247 w 10020924"/>
              <a:gd name="connsiteY97" fmla="*/ 330967 h 2041903"/>
              <a:gd name="connsiteX98" fmla="*/ 805966 w 10020924"/>
              <a:gd name="connsiteY98" fmla="*/ 263259 h 2041903"/>
              <a:gd name="connsiteX99" fmla="*/ 446364 w 10020924"/>
              <a:gd name="connsiteY99" fmla="*/ 449558 h 2041903"/>
              <a:gd name="connsiteX100" fmla="*/ 316290 w 10020924"/>
              <a:gd name="connsiteY100" fmla="*/ 671430 h 2041903"/>
              <a:gd name="connsiteX101" fmla="*/ 265280 w 10020924"/>
              <a:gd name="connsiteY101" fmla="*/ 958605 h 2041903"/>
              <a:gd name="connsiteX102" fmla="*/ 329833 w 10020924"/>
              <a:gd name="connsiteY102" fmla="*/ 1280240 h 2041903"/>
              <a:gd name="connsiteX103" fmla="*/ 505249 w 10020924"/>
              <a:gd name="connsiteY103" fmla="*/ 1539802 h 2041903"/>
              <a:gd name="connsiteX104" fmla="*/ 764163 w 10020924"/>
              <a:gd name="connsiteY104" fmla="*/ 1713204 h 2041903"/>
              <a:gd name="connsiteX105" fmla="*/ 1079208 w 10020924"/>
              <a:gd name="connsiteY105" fmla="*/ 1776358 h 2041903"/>
              <a:gd name="connsiteX106" fmla="*/ 1394254 w 10020924"/>
              <a:gd name="connsiteY106" fmla="*/ 1713204 h 2041903"/>
              <a:gd name="connsiteX107" fmla="*/ 1653167 w 10020924"/>
              <a:gd name="connsiteY107" fmla="*/ 1539802 h 2041903"/>
              <a:gd name="connsiteX108" fmla="*/ 1828584 w 10020924"/>
              <a:gd name="connsiteY108" fmla="*/ 1280240 h 2041903"/>
              <a:gd name="connsiteX109" fmla="*/ 1893137 w 10020924"/>
              <a:gd name="connsiteY109" fmla="*/ 958605 h 2041903"/>
              <a:gd name="connsiteX110" fmla="*/ 1843297 w 10020924"/>
              <a:gd name="connsiteY110" fmla="*/ 674433 h 2041903"/>
              <a:gd name="connsiteX111" fmla="*/ 1715171 w 10020924"/>
              <a:gd name="connsiteY111" fmla="*/ 452650 h 2041903"/>
              <a:gd name="connsiteX112" fmla="*/ 1352451 w 10020924"/>
              <a:gd name="connsiteY112" fmla="*/ 263259 h 2041903"/>
              <a:gd name="connsiteX113" fmla="*/ 1489332 w 10020924"/>
              <a:gd name="connsiteY113" fmla="*/ 469668 h 2041903"/>
              <a:gd name="connsiteX114" fmla="*/ 1533501 w 10020924"/>
              <a:gd name="connsiteY114" fmla="*/ 697463 h 2041903"/>
              <a:gd name="connsiteX115" fmla="*/ 1395669 w 10020924"/>
              <a:gd name="connsiteY115" fmla="*/ 1031243 h 2041903"/>
              <a:gd name="connsiteX116" fmla="*/ 1079208 w 10020924"/>
              <a:gd name="connsiteY116" fmla="*/ 1160853 h 2041903"/>
              <a:gd name="connsiteX117" fmla="*/ 762748 w 10020924"/>
              <a:gd name="connsiteY117" fmla="*/ 1031243 h 2041903"/>
              <a:gd name="connsiteX118" fmla="*/ 624916 w 10020924"/>
              <a:gd name="connsiteY118" fmla="*/ 697463 h 2041903"/>
              <a:gd name="connsiteX119" fmla="*/ 673201 w 10020924"/>
              <a:gd name="connsiteY119" fmla="*/ 463015 h 2041903"/>
              <a:gd name="connsiteX120" fmla="*/ 805966 w 10020924"/>
              <a:gd name="connsiteY120" fmla="*/ 263259 h 2041903"/>
              <a:gd name="connsiteX121" fmla="*/ 817834 w 10020924"/>
              <a:gd name="connsiteY121" fmla="*/ 0 h 2041903"/>
              <a:gd name="connsiteX122" fmla="*/ 963091 w 10020924"/>
              <a:gd name="connsiteY122" fmla="*/ 14770 h 2041903"/>
              <a:gd name="connsiteX123" fmla="*/ 1079167 w 10020924"/>
              <a:gd name="connsiteY123" fmla="*/ 48893 h 2041903"/>
              <a:gd name="connsiteX124" fmla="*/ 1194646 w 10020924"/>
              <a:gd name="connsiteY124" fmla="*/ 14436 h 2041903"/>
              <a:gd name="connsiteX125" fmla="*/ 1340583 w 10020924"/>
              <a:gd name="connsiteY125" fmla="*/ 0 h 2041903"/>
              <a:gd name="connsiteX126" fmla="*/ 1649693 w 10020924"/>
              <a:gd name="connsiteY126" fmla="*/ 72213 h 2041903"/>
              <a:gd name="connsiteX127" fmla="*/ 1910677 w 10020924"/>
              <a:gd name="connsiteY127" fmla="*/ 272891 h 2041903"/>
              <a:gd name="connsiteX128" fmla="*/ 2091072 w 10020924"/>
              <a:gd name="connsiteY128" fmla="*/ 578096 h 2041903"/>
              <a:gd name="connsiteX129" fmla="*/ 2158417 w 10020924"/>
              <a:gd name="connsiteY129" fmla="*/ 963886 h 2041903"/>
              <a:gd name="connsiteX130" fmla="*/ 2071704 w 10020924"/>
              <a:gd name="connsiteY130" fmla="*/ 1388805 h 2041903"/>
              <a:gd name="connsiteX131" fmla="*/ 1837251 w 10020924"/>
              <a:gd name="connsiteY131" fmla="*/ 1730875 h 2041903"/>
              <a:gd name="connsiteX132" fmla="*/ 1493585 w 10020924"/>
              <a:gd name="connsiteY132" fmla="*/ 1958956 h 2041903"/>
              <a:gd name="connsiteX133" fmla="*/ 1079208 w 10020924"/>
              <a:gd name="connsiteY133" fmla="*/ 2041903 h 2041903"/>
              <a:gd name="connsiteX134" fmla="*/ 664832 w 10020924"/>
              <a:gd name="connsiteY134" fmla="*/ 1958956 h 2041903"/>
              <a:gd name="connsiteX135" fmla="*/ 321166 w 10020924"/>
              <a:gd name="connsiteY135" fmla="*/ 1730875 h 2041903"/>
              <a:gd name="connsiteX136" fmla="*/ 86713 w 10020924"/>
              <a:gd name="connsiteY136" fmla="*/ 1388805 h 2041903"/>
              <a:gd name="connsiteX137" fmla="*/ 0 w 10020924"/>
              <a:gd name="connsiteY137" fmla="*/ 963886 h 2041903"/>
              <a:gd name="connsiteX138" fmla="*/ 67345 w 10020924"/>
              <a:gd name="connsiteY138" fmla="*/ 578096 h 2041903"/>
              <a:gd name="connsiteX139" fmla="*/ 247740 w 10020924"/>
              <a:gd name="connsiteY139" fmla="*/ 272891 h 2041903"/>
              <a:gd name="connsiteX140" fmla="*/ 508723 w 10020924"/>
              <a:gd name="connsiteY140" fmla="*/ 72213 h 2041903"/>
              <a:gd name="connsiteX141" fmla="*/ 817834 w 10020924"/>
              <a:gd name="connsiteY141" fmla="*/ 0 h 20419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</a:cxnLst>
            <a:rect l="l" t="t" r="r" b="b"/>
            <a:pathLst>
              <a:path w="10020924" h="2041903">
                <a:moveTo>
                  <a:pt x="9329240" y="1080290"/>
                </a:moveTo>
                <a:cubicBezTo>
                  <a:pt x="9292358" y="1080290"/>
                  <a:pt x="9251983" y="1096116"/>
                  <a:pt x="9251983" y="1187029"/>
                </a:cubicBezTo>
                <a:cubicBezTo>
                  <a:pt x="9251983" y="1277880"/>
                  <a:pt x="9292801" y="1296468"/>
                  <a:pt x="9329240" y="1296468"/>
                </a:cubicBezTo>
                <a:lnTo>
                  <a:pt x="9782722" y="1296468"/>
                </a:lnTo>
                <a:lnTo>
                  <a:pt x="9782722" y="1080290"/>
                </a:lnTo>
                <a:close/>
                <a:moveTo>
                  <a:pt x="7331825" y="1080290"/>
                </a:moveTo>
                <a:cubicBezTo>
                  <a:pt x="7294927" y="1080290"/>
                  <a:pt x="7254583" y="1096116"/>
                  <a:pt x="7254583" y="1187029"/>
                </a:cubicBezTo>
                <a:cubicBezTo>
                  <a:pt x="7254583" y="1277880"/>
                  <a:pt x="7295379" y="1296468"/>
                  <a:pt x="7331825" y="1296468"/>
                </a:cubicBezTo>
                <a:lnTo>
                  <a:pt x="7785307" y="1296468"/>
                </a:lnTo>
                <a:lnTo>
                  <a:pt x="7785307" y="1080290"/>
                </a:lnTo>
                <a:close/>
                <a:moveTo>
                  <a:pt x="6171264" y="689323"/>
                </a:moveTo>
                <a:lnTo>
                  <a:pt x="6171264" y="1297318"/>
                </a:lnTo>
                <a:lnTo>
                  <a:pt x="6558679" y="1297318"/>
                </a:lnTo>
                <a:cubicBezTo>
                  <a:pt x="6645146" y="1297318"/>
                  <a:pt x="6679368" y="1257837"/>
                  <a:pt x="6679368" y="1156413"/>
                </a:cubicBezTo>
                <a:lnTo>
                  <a:pt x="6679368" y="830244"/>
                </a:lnTo>
                <a:cubicBezTo>
                  <a:pt x="6679368" y="728827"/>
                  <a:pt x="6645146" y="689323"/>
                  <a:pt x="6558679" y="689323"/>
                </a:cubicBezTo>
                <a:close/>
                <a:moveTo>
                  <a:pt x="9072763" y="463851"/>
                </a:moveTo>
                <a:lnTo>
                  <a:pt x="9678449" y="463851"/>
                </a:lnTo>
                <a:cubicBezTo>
                  <a:pt x="9932730" y="463851"/>
                  <a:pt x="10020924" y="559816"/>
                  <a:pt x="10020924" y="826574"/>
                </a:cubicBezTo>
                <a:lnTo>
                  <a:pt x="10020924" y="1522671"/>
                </a:lnTo>
                <a:lnTo>
                  <a:pt x="9304207" y="1522671"/>
                </a:lnTo>
                <a:cubicBezTo>
                  <a:pt x="9111641" y="1522671"/>
                  <a:pt x="9015771" y="1435849"/>
                  <a:pt x="9015771" y="1219793"/>
                </a:cubicBezTo>
                <a:lnTo>
                  <a:pt x="9015771" y="1169781"/>
                </a:lnTo>
                <a:cubicBezTo>
                  <a:pt x="9015771" y="959714"/>
                  <a:pt x="9108248" y="866738"/>
                  <a:pt x="9294061" y="866738"/>
                </a:cubicBezTo>
                <a:lnTo>
                  <a:pt x="9782829" y="866738"/>
                </a:lnTo>
                <a:cubicBezTo>
                  <a:pt x="9782829" y="858122"/>
                  <a:pt x="9782707" y="829861"/>
                  <a:pt x="9782707" y="829349"/>
                </a:cubicBezTo>
                <a:cubicBezTo>
                  <a:pt x="9782707" y="727955"/>
                  <a:pt x="9749047" y="688428"/>
                  <a:pt x="9662481" y="688428"/>
                </a:cubicBezTo>
                <a:lnTo>
                  <a:pt x="9072763" y="688428"/>
                </a:lnTo>
                <a:close/>
                <a:moveTo>
                  <a:pt x="8071817" y="463851"/>
                </a:moveTo>
                <a:lnTo>
                  <a:pt x="8991911" y="463851"/>
                </a:lnTo>
                <a:lnTo>
                  <a:pt x="8991911" y="686668"/>
                </a:lnTo>
                <a:lnTo>
                  <a:pt x="8652240" y="686668"/>
                </a:lnTo>
                <a:lnTo>
                  <a:pt x="8652240" y="1522955"/>
                </a:lnTo>
                <a:lnTo>
                  <a:pt x="8411534" y="1522955"/>
                </a:lnTo>
                <a:lnTo>
                  <a:pt x="8411534" y="686668"/>
                </a:lnTo>
                <a:lnTo>
                  <a:pt x="8071817" y="686668"/>
                </a:lnTo>
                <a:close/>
                <a:moveTo>
                  <a:pt x="7075333" y="463851"/>
                </a:moveTo>
                <a:lnTo>
                  <a:pt x="7681075" y="463851"/>
                </a:lnTo>
                <a:cubicBezTo>
                  <a:pt x="7935303" y="463851"/>
                  <a:pt x="8023424" y="559816"/>
                  <a:pt x="8023417" y="826574"/>
                </a:cubicBezTo>
                <a:lnTo>
                  <a:pt x="8023417" y="1522671"/>
                </a:lnTo>
                <a:lnTo>
                  <a:pt x="7306759" y="1522671"/>
                </a:lnTo>
                <a:cubicBezTo>
                  <a:pt x="7114170" y="1522671"/>
                  <a:pt x="7018293" y="1435849"/>
                  <a:pt x="7018293" y="1219793"/>
                </a:cubicBezTo>
                <a:lnTo>
                  <a:pt x="7018293" y="1169781"/>
                </a:lnTo>
                <a:cubicBezTo>
                  <a:pt x="7018293" y="959714"/>
                  <a:pt x="7110792" y="866738"/>
                  <a:pt x="7296628" y="866738"/>
                </a:cubicBezTo>
                <a:lnTo>
                  <a:pt x="7785307" y="866738"/>
                </a:lnTo>
                <a:lnTo>
                  <a:pt x="7785307" y="829349"/>
                </a:lnTo>
                <a:cubicBezTo>
                  <a:pt x="7785307" y="727955"/>
                  <a:pt x="7751547" y="688428"/>
                  <a:pt x="7665080" y="688428"/>
                </a:cubicBezTo>
                <a:lnTo>
                  <a:pt x="7075333" y="688428"/>
                </a:lnTo>
                <a:close/>
                <a:moveTo>
                  <a:pt x="5930572" y="463851"/>
                </a:moveTo>
                <a:lnTo>
                  <a:pt x="6574718" y="463851"/>
                </a:lnTo>
                <a:cubicBezTo>
                  <a:pt x="6817412" y="463851"/>
                  <a:pt x="6925013" y="557409"/>
                  <a:pt x="6925013" y="834884"/>
                </a:cubicBezTo>
                <a:lnTo>
                  <a:pt x="6925013" y="1151743"/>
                </a:lnTo>
                <a:cubicBezTo>
                  <a:pt x="6925013" y="1394650"/>
                  <a:pt x="6843589" y="1522671"/>
                  <a:pt x="6585968" y="1522671"/>
                </a:cubicBezTo>
                <a:lnTo>
                  <a:pt x="5930572" y="1522671"/>
                </a:lnTo>
                <a:close/>
                <a:moveTo>
                  <a:pt x="4717895" y="463851"/>
                </a:moveTo>
                <a:lnTo>
                  <a:pt x="5638093" y="463851"/>
                </a:lnTo>
                <a:lnTo>
                  <a:pt x="5638093" y="686668"/>
                </a:lnTo>
                <a:lnTo>
                  <a:pt x="5298318" y="686668"/>
                </a:lnTo>
                <a:lnTo>
                  <a:pt x="5298318" y="1522955"/>
                </a:lnTo>
                <a:lnTo>
                  <a:pt x="5057626" y="1522955"/>
                </a:lnTo>
                <a:lnTo>
                  <a:pt x="5057626" y="686668"/>
                </a:lnTo>
                <a:lnTo>
                  <a:pt x="4717895" y="686668"/>
                </a:lnTo>
                <a:close/>
                <a:moveTo>
                  <a:pt x="3721291" y="463851"/>
                </a:moveTo>
                <a:lnTo>
                  <a:pt x="4641430" y="463851"/>
                </a:lnTo>
                <a:lnTo>
                  <a:pt x="4641430" y="686668"/>
                </a:lnTo>
                <a:lnTo>
                  <a:pt x="4301654" y="686668"/>
                </a:lnTo>
                <a:lnTo>
                  <a:pt x="4301654" y="1522955"/>
                </a:lnTo>
                <a:lnTo>
                  <a:pt x="4061067" y="1522955"/>
                </a:lnTo>
                <a:lnTo>
                  <a:pt x="4061067" y="686668"/>
                </a:lnTo>
                <a:lnTo>
                  <a:pt x="3721291" y="686668"/>
                </a:lnTo>
                <a:close/>
                <a:moveTo>
                  <a:pt x="2809822" y="452019"/>
                </a:moveTo>
                <a:cubicBezTo>
                  <a:pt x="2915562" y="452019"/>
                  <a:pt x="2970732" y="501487"/>
                  <a:pt x="3016077" y="572753"/>
                </a:cubicBezTo>
                <a:cubicBezTo>
                  <a:pt x="3055320" y="634446"/>
                  <a:pt x="3376830" y="1260842"/>
                  <a:pt x="3381948" y="1270566"/>
                </a:cubicBezTo>
                <a:cubicBezTo>
                  <a:pt x="3386677" y="1279328"/>
                  <a:pt x="3393442" y="1285729"/>
                  <a:pt x="3400240" y="1281756"/>
                </a:cubicBezTo>
                <a:cubicBezTo>
                  <a:pt x="3406237" y="1278349"/>
                  <a:pt x="3406646" y="1267378"/>
                  <a:pt x="3406134" y="1255736"/>
                </a:cubicBezTo>
                <a:cubicBezTo>
                  <a:pt x="3405492" y="1241619"/>
                  <a:pt x="3402657" y="1171378"/>
                  <a:pt x="3402657" y="1123946"/>
                </a:cubicBezTo>
                <a:lnTo>
                  <a:pt x="3402657" y="463522"/>
                </a:lnTo>
                <a:lnTo>
                  <a:pt x="3639813" y="463522"/>
                </a:lnTo>
                <a:lnTo>
                  <a:pt x="3639813" y="1255333"/>
                </a:lnTo>
                <a:cubicBezTo>
                  <a:pt x="3639813" y="1491113"/>
                  <a:pt x="3523557" y="1534727"/>
                  <a:pt x="3425426" y="1534727"/>
                </a:cubicBezTo>
                <a:cubicBezTo>
                  <a:pt x="3319670" y="1534727"/>
                  <a:pt x="3264509" y="1485221"/>
                  <a:pt x="3219125" y="1413949"/>
                </a:cubicBezTo>
                <a:cubicBezTo>
                  <a:pt x="3155813" y="1314503"/>
                  <a:pt x="2857763" y="724966"/>
                  <a:pt x="2853165" y="716135"/>
                </a:cubicBezTo>
                <a:cubicBezTo>
                  <a:pt x="2848558" y="707335"/>
                  <a:pt x="2841793" y="701034"/>
                  <a:pt x="2834887" y="704930"/>
                </a:cubicBezTo>
                <a:cubicBezTo>
                  <a:pt x="2829005" y="708344"/>
                  <a:pt x="2828497" y="719338"/>
                  <a:pt x="2829009" y="730980"/>
                </a:cubicBezTo>
                <a:cubicBezTo>
                  <a:pt x="2829628" y="745090"/>
                  <a:pt x="2832590" y="815378"/>
                  <a:pt x="2832590" y="862725"/>
                </a:cubicBezTo>
                <a:lnTo>
                  <a:pt x="2832590" y="1523194"/>
                </a:lnTo>
                <a:lnTo>
                  <a:pt x="2595360" y="1523194"/>
                </a:lnTo>
                <a:lnTo>
                  <a:pt x="2595360" y="731368"/>
                </a:lnTo>
                <a:cubicBezTo>
                  <a:pt x="2595360" y="495611"/>
                  <a:pt x="2711606" y="452019"/>
                  <a:pt x="2809822" y="452019"/>
                </a:cubicBezTo>
                <a:close/>
                <a:moveTo>
                  <a:pt x="1079247" y="330967"/>
                </a:moveTo>
                <a:cubicBezTo>
                  <a:pt x="1039101" y="354484"/>
                  <a:pt x="989740" y="403598"/>
                  <a:pt x="952084" y="465588"/>
                </a:cubicBezTo>
                <a:cubicBezTo>
                  <a:pt x="914427" y="527577"/>
                  <a:pt x="887125" y="603548"/>
                  <a:pt x="887125" y="684091"/>
                </a:cubicBezTo>
                <a:cubicBezTo>
                  <a:pt x="887125" y="743091"/>
                  <a:pt x="906578" y="795805"/>
                  <a:pt x="940315" y="833769"/>
                </a:cubicBezTo>
                <a:cubicBezTo>
                  <a:pt x="974052" y="871732"/>
                  <a:pt x="1022072" y="894946"/>
                  <a:pt x="1079206" y="894946"/>
                </a:cubicBezTo>
                <a:cubicBezTo>
                  <a:pt x="1136340" y="894946"/>
                  <a:pt x="1184360" y="871732"/>
                  <a:pt x="1218097" y="833769"/>
                </a:cubicBezTo>
                <a:cubicBezTo>
                  <a:pt x="1251833" y="795805"/>
                  <a:pt x="1271286" y="743091"/>
                  <a:pt x="1271286" y="684091"/>
                </a:cubicBezTo>
                <a:cubicBezTo>
                  <a:pt x="1271286" y="603548"/>
                  <a:pt x="1243984" y="527577"/>
                  <a:pt x="1206328" y="465588"/>
                </a:cubicBezTo>
                <a:cubicBezTo>
                  <a:pt x="1168672" y="403598"/>
                  <a:pt x="1110735" y="347874"/>
                  <a:pt x="1079247" y="330967"/>
                </a:cubicBezTo>
                <a:close/>
                <a:moveTo>
                  <a:pt x="805966" y="263259"/>
                </a:moveTo>
                <a:cubicBezTo>
                  <a:pt x="686954" y="257894"/>
                  <a:pt x="551782" y="326830"/>
                  <a:pt x="446364" y="449558"/>
                </a:cubicBezTo>
                <a:cubicBezTo>
                  <a:pt x="393654" y="510922"/>
                  <a:pt x="348383" y="585734"/>
                  <a:pt x="316290" y="671430"/>
                </a:cubicBezTo>
                <a:cubicBezTo>
                  <a:pt x="284196" y="757125"/>
                  <a:pt x="265280" y="853705"/>
                  <a:pt x="265280" y="958605"/>
                </a:cubicBezTo>
                <a:cubicBezTo>
                  <a:pt x="265280" y="1073486"/>
                  <a:pt x="288318" y="1182036"/>
                  <a:pt x="329833" y="1280240"/>
                </a:cubicBezTo>
                <a:cubicBezTo>
                  <a:pt x="371348" y="1378444"/>
                  <a:pt x="431341" y="1466303"/>
                  <a:pt x="505249" y="1539802"/>
                </a:cubicBezTo>
                <a:cubicBezTo>
                  <a:pt x="579158" y="1613301"/>
                  <a:pt x="666983" y="1672440"/>
                  <a:pt x="764163" y="1713204"/>
                </a:cubicBezTo>
                <a:cubicBezTo>
                  <a:pt x="861343" y="1753969"/>
                  <a:pt x="967878" y="1776358"/>
                  <a:pt x="1079208" y="1776358"/>
                </a:cubicBezTo>
                <a:cubicBezTo>
                  <a:pt x="1190538" y="1776358"/>
                  <a:pt x="1297074" y="1753969"/>
                  <a:pt x="1394254" y="1713204"/>
                </a:cubicBezTo>
                <a:cubicBezTo>
                  <a:pt x="1491434" y="1672440"/>
                  <a:pt x="1579259" y="1613301"/>
                  <a:pt x="1653167" y="1539802"/>
                </a:cubicBezTo>
                <a:cubicBezTo>
                  <a:pt x="1727076" y="1466303"/>
                  <a:pt x="1787068" y="1378444"/>
                  <a:pt x="1828584" y="1280240"/>
                </a:cubicBezTo>
                <a:cubicBezTo>
                  <a:pt x="1870099" y="1182036"/>
                  <a:pt x="1893137" y="1073486"/>
                  <a:pt x="1893137" y="958605"/>
                </a:cubicBezTo>
                <a:cubicBezTo>
                  <a:pt x="1893137" y="855344"/>
                  <a:pt x="1874740" y="759689"/>
                  <a:pt x="1843297" y="674433"/>
                </a:cubicBezTo>
                <a:cubicBezTo>
                  <a:pt x="1811852" y="589176"/>
                  <a:pt x="1767361" y="514318"/>
                  <a:pt x="1715171" y="452650"/>
                </a:cubicBezTo>
                <a:cubicBezTo>
                  <a:pt x="1610792" y="329313"/>
                  <a:pt x="1475621" y="258738"/>
                  <a:pt x="1352451" y="263259"/>
                </a:cubicBezTo>
                <a:cubicBezTo>
                  <a:pt x="1412945" y="322179"/>
                  <a:pt x="1458865" y="394141"/>
                  <a:pt x="1489332" y="469668"/>
                </a:cubicBezTo>
                <a:cubicBezTo>
                  <a:pt x="1519800" y="545194"/>
                  <a:pt x="1534815" y="624285"/>
                  <a:pt x="1533501" y="697463"/>
                </a:cubicBezTo>
                <a:cubicBezTo>
                  <a:pt x="1533501" y="833577"/>
                  <a:pt x="1479467" y="949424"/>
                  <a:pt x="1395669" y="1031243"/>
                </a:cubicBezTo>
                <a:cubicBezTo>
                  <a:pt x="1311871" y="1113062"/>
                  <a:pt x="1198308" y="1160853"/>
                  <a:pt x="1079208" y="1160853"/>
                </a:cubicBezTo>
                <a:cubicBezTo>
                  <a:pt x="960109" y="1160853"/>
                  <a:pt x="846546" y="1113062"/>
                  <a:pt x="762748" y="1031243"/>
                </a:cubicBezTo>
                <a:cubicBezTo>
                  <a:pt x="678950" y="949424"/>
                  <a:pt x="624916" y="833577"/>
                  <a:pt x="624916" y="697463"/>
                </a:cubicBezTo>
                <a:cubicBezTo>
                  <a:pt x="624916" y="618236"/>
                  <a:pt x="642018" y="537734"/>
                  <a:pt x="673201" y="463015"/>
                </a:cubicBezTo>
                <a:cubicBezTo>
                  <a:pt x="704383" y="388296"/>
                  <a:pt x="749646" y="319359"/>
                  <a:pt x="805966" y="263259"/>
                </a:cubicBezTo>
                <a:close/>
                <a:moveTo>
                  <a:pt x="817834" y="0"/>
                </a:moveTo>
                <a:cubicBezTo>
                  <a:pt x="866589" y="0"/>
                  <a:pt x="917272" y="5772"/>
                  <a:pt x="963091" y="14770"/>
                </a:cubicBezTo>
                <a:cubicBezTo>
                  <a:pt x="1008909" y="23768"/>
                  <a:pt x="1049865" y="35991"/>
                  <a:pt x="1079167" y="48893"/>
                </a:cubicBezTo>
                <a:cubicBezTo>
                  <a:pt x="1107617" y="35545"/>
                  <a:pt x="1148593" y="23322"/>
                  <a:pt x="1194646" y="14436"/>
                </a:cubicBezTo>
                <a:cubicBezTo>
                  <a:pt x="1240699" y="5549"/>
                  <a:pt x="1291827" y="0"/>
                  <a:pt x="1340583" y="0"/>
                </a:cubicBezTo>
                <a:cubicBezTo>
                  <a:pt x="1448034" y="0"/>
                  <a:pt x="1552874" y="25401"/>
                  <a:pt x="1649693" y="72213"/>
                </a:cubicBezTo>
                <a:cubicBezTo>
                  <a:pt x="1746513" y="119025"/>
                  <a:pt x="1835310" y="187248"/>
                  <a:pt x="1910677" y="272891"/>
                </a:cubicBezTo>
                <a:cubicBezTo>
                  <a:pt x="1986043" y="358535"/>
                  <a:pt x="2047978" y="461600"/>
                  <a:pt x="2091072" y="578096"/>
                </a:cubicBezTo>
                <a:cubicBezTo>
                  <a:pt x="2134165" y="694592"/>
                  <a:pt x="2158417" y="824518"/>
                  <a:pt x="2158417" y="963886"/>
                </a:cubicBezTo>
                <a:cubicBezTo>
                  <a:pt x="2158417" y="1115873"/>
                  <a:pt x="2127372" y="1259243"/>
                  <a:pt x="2071704" y="1388805"/>
                </a:cubicBezTo>
                <a:cubicBezTo>
                  <a:pt x="2016036" y="1518366"/>
                  <a:pt x="1935744" y="1634120"/>
                  <a:pt x="1837251" y="1730875"/>
                </a:cubicBezTo>
                <a:cubicBezTo>
                  <a:pt x="1738759" y="1827631"/>
                  <a:pt x="1622064" y="1905388"/>
                  <a:pt x="1493585" y="1958956"/>
                </a:cubicBezTo>
                <a:cubicBezTo>
                  <a:pt x="1365105" y="2012524"/>
                  <a:pt x="1224841" y="2041903"/>
                  <a:pt x="1079208" y="2041903"/>
                </a:cubicBezTo>
                <a:cubicBezTo>
                  <a:pt x="933576" y="2041903"/>
                  <a:pt x="793312" y="2012524"/>
                  <a:pt x="664832" y="1958956"/>
                </a:cubicBezTo>
                <a:cubicBezTo>
                  <a:pt x="536353" y="1905388"/>
                  <a:pt x="419658" y="1827631"/>
                  <a:pt x="321166" y="1730875"/>
                </a:cubicBezTo>
                <a:cubicBezTo>
                  <a:pt x="222673" y="1634120"/>
                  <a:pt x="142381" y="1518366"/>
                  <a:pt x="86713" y="1388805"/>
                </a:cubicBezTo>
                <a:cubicBezTo>
                  <a:pt x="31045" y="1259243"/>
                  <a:pt x="0" y="1115873"/>
                  <a:pt x="0" y="963886"/>
                </a:cubicBezTo>
                <a:cubicBezTo>
                  <a:pt x="0" y="824518"/>
                  <a:pt x="24252" y="694592"/>
                  <a:pt x="67345" y="578096"/>
                </a:cubicBezTo>
                <a:cubicBezTo>
                  <a:pt x="110439" y="461600"/>
                  <a:pt x="172374" y="358535"/>
                  <a:pt x="247740" y="272891"/>
                </a:cubicBezTo>
                <a:cubicBezTo>
                  <a:pt x="323106" y="187248"/>
                  <a:pt x="411904" y="119025"/>
                  <a:pt x="508723" y="72213"/>
                </a:cubicBezTo>
                <a:cubicBezTo>
                  <a:pt x="605542" y="25401"/>
                  <a:pt x="710382" y="0"/>
                  <a:pt x="817834" y="0"/>
                </a:cubicBezTo>
                <a:close/>
              </a:path>
            </a:pathLst>
          </a:custGeom>
          <a:solidFill>
            <a:srgbClr val="0072BC"/>
          </a:solidFill>
          <a:ln w="7639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75350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72" r:id="rId1"/>
    <p:sldLayoutId id="2147484073" r:id="rId2"/>
    <p:sldLayoutId id="2147484074" r:id="rId3"/>
  </p:sldLayoutIdLst>
  <p:hf hd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lang="en-US" sz="4800" b="0" i="0" kern="1200" dirty="0">
          <a:solidFill>
            <a:schemeClr val="bg1"/>
          </a:solidFill>
          <a:latin typeface="Georgia" panose="02040502050405020303" pitchFamily="18" charset="0"/>
          <a:ea typeface="+mj-ea"/>
          <a:cs typeface="Times New Roman" panose="02020603050405020304" pitchFamily="18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lang="en-US" sz="2000" b="0" i="0" kern="1200" dirty="0" smtClean="0">
          <a:solidFill>
            <a:srgbClr val="F8F8F8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DB37B6-3DF4-34BD-D5E9-52EA5E80D4A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400800"/>
            <a:ext cx="914400" cy="304800"/>
          </a:xfrm>
          <a:prstGeom prst="rect">
            <a:avLst/>
          </a:prstGeom>
          <a:ln w="3175">
            <a:noFill/>
          </a:ln>
        </p:spPr>
        <p:txBody>
          <a:bodyPr vert="horz" lIns="0" tIns="0" rIns="0" bIns="0" rtlCol="0" anchor="ctr"/>
          <a:lstStyle>
            <a:lvl1pPr>
              <a:defRPr lang="en-US" sz="800" smtClean="0">
                <a:solidFill>
                  <a:srgbClr val="050D24"/>
                </a:solidFill>
              </a:defRPr>
            </a:lvl1pPr>
          </a:lstStyle>
          <a:p>
            <a:r>
              <a:rPr lang="en-US" dirty="0"/>
              <a:t>November 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3C5F86-8F5F-160E-E108-4A97EA9FE1A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71600" y="6400800"/>
            <a:ext cx="4114800" cy="304800"/>
          </a:xfrm>
          <a:prstGeom prst="rect">
            <a:avLst/>
          </a:prstGeom>
          <a:ln w="3175">
            <a:noFill/>
          </a:ln>
        </p:spPr>
        <p:txBody>
          <a:bodyPr vert="horz" lIns="0" tIns="0" rIns="0" bIns="0" rtlCol="0" anchor="ctr"/>
          <a:lstStyle>
            <a:lvl1pPr>
              <a:defRPr lang="en-US" sz="800" b="0" i="0">
                <a:solidFill>
                  <a:schemeClr val="tx2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 noProof="0"/>
              <a:t>NTT DATA, Inc.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64DB4C7-535B-ACE9-FD48-E216483B58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04801"/>
            <a:ext cx="11430000" cy="533399"/>
          </a:xfrm>
          <a:prstGeom prst="rect">
            <a:avLst/>
          </a:prstGeom>
        </p:spPr>
        <p:txBody>
          <a:bodyPr vert="horz" lIns="0" tIns="45720" rIns="0" bIns="45720" rtlCol="0" anchor="t">
            <a:noAutofit/>
          </a:bodyPr>
          <a:lstStyle/>
          <a:p>
            <a:pPr lvl="0">
              <a:lnSpc>
                <a:spcPct val="100000"/>
              </a:lnSpc>
            </a:pPr>
            <a:r>
              <a:rPr lang="en-US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15ACC7-9813-39D4-E0E6-4E62A19476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0" y="1371600"/>
            <a:ext cx="11430000" cy="4876800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9A58B4-77D9-E987-C197-DA4CB60F70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562600" y="6400800"/>
            <a:ext cx="1066800" cy="304800"/>
          </a:xfrm>
          <a:prstGeom prst="rect">
            <a:avLst/>
          </a:prstGeom>
          <a:ln w="3175">
            <a:noFill/>
          </a:ln>
        </p:spPr>
        <p:txBody>
          <a:bodyPr anchor="ctr"/>
          <a:lstStyle>
            <a:lvl1pPr>
              <a:defRPr lang="en-US" sz="800" b="0" i="0" smtClean="0">
                <a:solidFill>
                  <a:schemeClr val="bg1"/>
                </a:solidFill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algn="ctr"/>
            <a:fld id="{60D39823-8059-4D49-BD26-6D32C31B8621}" type="slidenum">
              <a:rPr lang="en-US" smtClean="0"/>
              <a:pPr algn="ctr"/>
              <a:t>‹#›</a:t>
            </a:fld>
            <a:endParaRPr lang="en-US"/>
          </a:p>
        </p:txBody>
      </p:sp>
      <p:sp>
        <p:nvSpPr>
          <p:cNvPr id="7" name="NTT DATA Global Logo">
            <a:extLst>
              <a:ext uri="{FF2B5EF4-FFF2-40B4-BE49-F238E27FC236}">
                <a16:creationId xmlns:a16="http://schemas.microsoft.com/office/drawing/2014/main" id="{E4A297F2-4804-B5AA-637C-78C8A88550D2}"/>
              </a:ext>
            </a:extLst>
          </p:cNvPr>
          <p:cNvSpPr/>
          <p:nvPr userDrawn="1"/>
        </p:nvSpPr>
        <p:spPr bwMode="black">
          <a:xfrm>
            <a:off x="10588752" y="6428232"/>
            <a:ext cx="1211639" cy="246888"/>
          </a:xfrm>
          <a:custGeom>
            <a:avLst/>
            <a:gdLst>
              <a:gd name="connsiteX0" fmla="*/ 9329240 w 10020924"/>
              <a:gd name="connsiteY0" fmla="*/ 1080290 h 2041903"/>
              <a:gd name="connsiteX1" fmla="*/ 9251983 w 10020924"/>
              <a:gd name="connsiteY1" fmla="*/ 1187029 h 2041903"/>
              <a:gd name="connsiteX2" fmla="*/ 9329240 w 10020924"/>
              <a:gd name="connsiteY2" fmla="*/ 1296468 h 2041903"/>
              <a:gd name="connsiteX3" fmla="*/ 9782722 w 10020924"/>
              <a:gd name="connsiteY3" fmla="*/ 1296468 h 2041903"/>
              <a:gd name="connsiteX4" fmla="*/ 9782722 w 10020924"/>
              <a:gd name="connsiteY4" fmla="*/ 1080290 h 2041903"/>
              <a:gd name="connsiteX5" fmla="*/ 7331825 w 10020924"/>
              <a:gd name="connsiteY5" fmla="*/ 1080290 h 2041903"/>
              <a:gd name="connsiteX6" fmla="*/ 7254583 w 10020924"/>
              <a:gd name="connsiteY6" fmla="*/ 1187029 h 2041903"/>
              <a:gd name="connsiteX7" fmla="*/ 7331825 w 10020924"/>
              <a:gd name="connsiteY7" fmla="*/ 1296468 h 2041903"/>
              <a:gd name="connsiteX8" fmla="*/ 7785307 w 10020924"/>
              <a:gd name="connsiteY8" fmla="*/ 1296468 h 2041903"/>
              <a:gd name="connsiteX9" fmla="*/ 7785307 w 10020924"/>
              <a:gd name="connsiteY9" fmla="*/ 1080290 h 2041903"/>
              <a:gd name="connsiteX10" fmla="*/ 6171264 w 10020924"/>
              <a:gd name="connsiteY10" fmla="*/ 689323 h 2041903"/>
              <a:gd name="connsiteX11" fmla="*/ 6171264 w 10020924"/>
              <a:gd name="connsiteY11" fmla="*/ 1297318 h 2041903"/>
              <a:gd name="connsiteX12" fmla="*/ 6558679 w 10020924"/>
              <a:gd name="connsiteY12" fmla="*/ 1297318 h 2041903"/>
              <a:gd name="connsiteX13" fmla="*/ 6679368 w 10020924"/>
              <a:gd name="connsiteY13" fmla="*/ 1156413 h 2041903"/>
              <a:gd name="connsiteX14" fmla="*/ 6679368 w 10020924"/>
              <a:gd name="connsiteY14" fmla="*/ 830244 h 2041903"/>
              <a:gd name="connsiteX15" fmla="*/ 6558679 w 10020924"/>
              <a:gd name="connsiteY15" fmla="*/ 689323 h 2041903"/>
              <a:gd name="connsiteX16" fmla="*/ 9072763 w 10020924"/>
              <a:gd name="connsiteY16" fmla="*/ 463851 h 2041903"/>
              <a:gd name="connsiteX17" fmla="*/ 9678449 w 10020924"/>
              <a:gd name="connsiteY17" fmla="*/ 463851 h 2041903"/>
              <a:gd name="connsiteX18" fmla="*/ 10020924 w 10020924"/>
              <a:gd name="connsiteY18" fmla="*/ 826574 h 2041903"/>
              <a:gd name="connsiteX19" fmla="*/ 10020924 w 10020924"/>
              <a:gd name="connsiteY19" fmla="*/ 1522671 h 2041903"/>
              <a:gd name="connsiteX20" fmla="*/ 9304207 w 10020924"/>
              <a:gd name="connsiteY20" fmla="*/ 1522671 h 2041903"/>
              <a:gd name="connsiteX21" fmla="*/ 9015771 w 10020924"/>
              <a:gd name="connsiteY21" fmla="*/ 1219793 h 2041903"/>
              <a:gd name="connsiteX22" fmla="*/ 9015771 w 10020924"/>
              <a:gd name="connsiteY22" fmla="*/ 1169781 h 2041903"/>
              <a:gd name="connsiteX23" fmla="*/ 9294061 w 10020924"/>
              <a:gd name="connsiteY23" fmla="*/ 866738 h 2041903"/>
              <a:gd name="connsiteX24" fmla="*/ 9782829 w 10020924"/>
              <a:gd name="connsiteY24" fmla="*/ 866738 h 2041903"/>
              <a:gd name="connsiteX25" fmla="*/ 9782707 w 10020924"/>
              <a:gd name="connsiteY25" fmla="*/ 829349 h 2041903"/>
              <a:gd name="connsiteX26" fmla="*/ 9662481 w 10020924"/>
              <a:gd name="connsiteY26" fmla="*/ 688428 h 2041903"/>
              <a:gd name="connsiteX27" fmla="*/ 9072763 w 10020924"/>
              <a:gd name="connsiteY27" fmla="*/ 688428 h 2041903"/>
              <a:gd name="connsiteX28" fmla="*/ 8071817 w 10020924"/>
              <a:gd name="connsiteY28" fmla="*/ 463851 h 2041903"/>
              <a:gd name="connsiteX29" fmla="*/ 8991911 w 10020924"/>
              <a:gd name="connsiteY29" fmla="*/ 463851 h 2041903"/>
              <a:gd name="connsiteX30" fmla="*/ 8991911 w 10020924"/>
              <a:gd name="connsiteY30" fmla="*/ 686668 h 2041903"/>
              <a:gd name="connsiteX31" fmla="*/ 8652240 w 10020924"/>
              <a:gd name="connsiteY31" fmla="*/ 686668 h 2041903"/>
              <a:gd name="connsiteX32" fmla="*/ 8652240 w 10020924"/>
              <a:gd name="connsiteY32" fmla="*/ 1522955 h 2041903"/>
              <a:gd name="connsiteX33" fmla="*/ 8411534 w 10020924"/>
              <a:gd name="connsiteY33" fmla="*/ 1522955 h 2041903"/>
              <a:gd name="connsiteX34" fmla="*/ 8411534 w 10020924"/>
              <a:gd name="connsiteY34" fmla="*/ 686668 h 2041903"/>
              <a:gd name="connsiteX35" fmla="*/ 8071817 w 10020924"/>
              <a:gd name="connsiteY35" fmla="*/ 686668 h 2041903"/>
              <a:gd name="connsiteX36" fmla="*/ 7075333 w 10020924"/>
              <a:gd name="connsiteY36" fmla="*/ 463851 h 2041903"/>
              <a:gd name="connsiteX37" fmla="*/ 7681075 w 10020924"/>
              <a:gd name="connsiteY37" fmla="*/ 463851 h 2041903"/>
              <a:gd name="connsiteX38" fmla="*/ 8023417 w 10020924"/>
              <a:gd name="connsiteY38" fmla="*/ 826574 h 2041903"/>
              <a:gd name="connsiteX39" fmla="*/ 8023417 w 10020924"/>
              <a:gd name="connsiteY39" fmla="*/ 1522671 h 2041903"/>
              <a:gd name="connsiteX40" fmla="*/ 7306759 w 10020924"/>
              <a:gd name="connsiteY40" fmla="*/ 1522671 h 2041903"/>
              <a:gd name="connsiteX41" fmla="*/ 7018293 w 10020924"/>
              <a:gd name="connsiteY41" fmla="*/ 1219793 h 2041903"/>
              <a:gd name="connsiteX42" fmla="*/ 7018293 w 10020924"/>
              <a:gd name="connsiteY42" fmla="*/ 1169781 h 2041903"/>
              <a:gd name="connsiteX43" fmla="*/ 7296628 w 10020924"/>
              <a:gd name="connsiteY43" fmla="*/ 866738 h 2041903"/>
              <a:gd name="connsiteX44" fmla="*/ 7785307 w 10020924"/>
              <a:gd name="connsiteY44" fmla="*/ 866738 h 2041903"/>
              <a:gd name="connsiteX45" fmla="*/ 7785307 w 10020924"/>
              <a:gd name="connsiteY45" fmla="*/ 829349 h 2041903"/>
              <a:gd name="connsiteX46" fmla="*/ 7665080 w 10020924"/>
              <a:gd name="connsiteY46" fmla="*/ 688428 h 2041903"/>
              <a:gd name="connsiteX47" fmla="*/ 7075333 w 10020924"/>
              <a:gd name="connsiteY47" fmla="*/ 688428 h 2041903"/>
              <a:gd name="connsiteX48" fmla="*/ 5930572 w 10020924"/>
              <a:gd name="connsiteY48" fmla="*/ 463851 h 2041903"/>
              <a:gd name="connsiteX49" fmla="*/ 6574718 w 10020924"/>
              <a:gd name="connsiteY49" fmla="*/ 463851 h 2041903"/>
              <a:gd name="connsiteX50" fmla="*/ 6925013 w 10020924"/>
              <a:gd name="connsiteY50" fmla="*/ 834884 h 2041903"/>
              <a:gd name="connsiteX51" fmla="*/ 6925013 w 10020924"/>
              <a:gd name="connsiteY51" fmla="*/ 1151743 h 2041903"/>
              <a:gd name="connsiteX52" fmla="*/ 6585968 w 10020924"/>
              <a:gd name="connsiteY52" fmla="*/ 1522671 h 2041903"/>
              <a:gd name="connsiteX53" fmla="*/ 5930572 w 10020924"/>
              <a:gd name="connsiteY53" fmla="*/ 1522671 h 2041903"/>
              <a:gd name="connsiteX54" fmla="*/ 4717895 w 10020924"/>
              <a:gd name="connsiteY54" fmla="*/ 463851 h 2041903"/>
              <a:gd name="connsiteX55" fmla="*/ 5638093 w 10020924"/>
              <a:gd name="connsiteY55" fmla="*/ 463851 h 2041903"/>
              <a:gd name="connsiteX56" fmla="*/ 5638093 w 10020924"/>
              <a:gd name="connsiteY56" fmla="*/ 686668 h 2041903"/>
              <a:gd name="connsiteX57" fmla="*/ 5298318 w 10020924"/>
              <a:gd name="connsiteY57" fmla="*/ 686668 h 2041903"/>
              <a:gd name="connsiteX58" fmla="*/ 5298318 w 10020924"/>
              <a:gd name="connsiteY58" fmla="*/ 1522955 h 2041903"/>
              <a:gd name="connsiteX59" fmla="*/ 5057626 w 10020924"/>
              <a:gd name="connsiteY59" fmla="*/ 1522955 h 2041903"/>
              <a:gd name="connsiteX60" fmla="*/ 5057626 w 10020924"/>
              <a:gd name="connsiteY60" fmla="*/ 686668 h 2041903"/>
              <a:gd name="connsiteX61" fmla="*/ 4717895 w 10020924"/>
              <a:gd name="connsiteY61" fmla="*/ 686668 h 2041903"/>
              <a:gd name="connsiteX62" fmla="*/ 3721291 w 10020924"/>
              <a:gd name="connsiteY62" fmla="*/ 463851 h 2041903"/>
              <a:gd name="connsiteX63" fmla="*/ 4641430 w 10020924"/>
              <a:gd name="connsiteY63" fmla="*/ 463851 h 2041903"/>
              <a:gd name="connsiteX64" fmla="*/ 4641430 w 10020924"/>
              <a:gd name="connsiteY64" fmla="*/ 686668 h 2041903"/>
              <a:gd name="connsiteX65" fmla="*/ 4301654 w 10020924"/>
              <a:gd name="connsiteY65" fmla="*/ 686668 h 2041903"/>
              <a:gd name="connsiteX66" fmla="*/ 4301654 w 10020924"/>
              <a:gd name="connsiteY66" fmla="*/ 1522955 h 2041903"/>
              <a:gd name="connsiteX67" fmla="*/ 4061067 w 10020924"/>
              <a:gd name="connsiteY67" fmla="*/ 1522955 h 2041903"/>
              <a:gd name="connsiteX68" fmla="*/ 4061067 w 10020924"/>
              <a:gd name="connsiteY68" fmla="*/ 686668 h 2041903"/>
              <a:gd name="connsiteX69" fmla="*/ 3721291 w 10020924"/>
              <a:gd name="connsiteY69" fmla="*/ 686668 h 2041903"/>
              <a:gd name="connsiteX70" fmla="*/ 2809822 w 10020924"/>
              <a:gd name="connsiteY70" fmla="*/ 452019 h 2041903"/>
              <a:gd name="connsiteX71" fmla="*/ 3016077 w 10020924"/>
              <a:gd name="connsiteY71" fmla="*/ 572753 h 2041903"/>
              <a:gd name="connsiteX72" fmla="*/ 3381948 w 10020924"/>
              <a:gd name="connsiteY72" fmla="*/ 1270566 h 2041903"/>
              <a:gd name="connsiteX73" fmla="*/ 3400240 w 10020924"/>
              <a:gd name="connsiteY73" fmla="*/ 1281756 h 2041903"/>
              <a:gd name="connsiteX74" fmla="*/ 3406134 w 10020924"/>
              <a:gd name="connsiteY74" fmla="*/ 1255736 h 2041903"/>
              <a:gd name="connsiteX75" fmla="*/ 3402657 w 10020924"/>
              <a:gd name="connsiteY75" fmla="*/ 1123946 h 2041903"/>
              <a:gd name="connsiteX76" fmla="*/ 3402657 w 10020924"/>
              <a:gd name="connsiteY76" fmla="*/ 463522 h 2041903"/>
              <a:gd name="connsiteX77" fmla="*/ 3639813 w 10020924"/>
              <a:gd name="connsiteY77" fmla="*/ 463522 h 2041903"/>
              <a:gd name="connsiteX78" fmla="*/ 3639813 w 10020924"/>
              <a:gd name="connsiteY78" fmla="*/ 1255333 h 2041903"/>
              <a:gd name="connsiteX79" fmla="*/ 3425426 w 10020924"/>
              <a:gd name="connsiteY79" fmla="*/ 1534727 h 2041903"/>
              <a:gd name="connsiteX80" fmla="*/ 3219125 w 10020924"/>
              <a:gd name="connsiteY80" fmla="*/ 1413949 h 2041903"/>
              <a:gd name="connsiteX81" fmla="*/ 2853165 w 10020924"/>
              <a:gd name="connsiteY81" fmla="*/ 716135 h 2041903"/>
              <a:gd name="connsiteX82" fmla="*/ 2834887 w 10020924"/>
              <a:gd name="connsiteY82" fmla="*/ 704930 h 2041903"/>
              <a:gd name="connsiteX83" fmla="*/ 2829009 w 10020924"/>
              <a:gd name="connsiteY83" fmla="*/ 730980 h 2041903"/>
              <a:gd name="connsiteX84" fmla="*/ 2832590 w 10020924"/>
              <a:gd name="connsiteY84" fmla="*/ 862725 h 2041903"/>
              <a:gd name="connsiteX85" fmla="*/ 2832590 w 10020924"/>
              <a:gd name="connsiteY85" fmla="*/ 1523194 h 2041903"/>
              <a:gd name="connsiteX86" fmla="*/ 2595360 w 10020924"/>
              <a:gd name="connsiteY86" fmla="*/ 1523194 h 2041903"/>
              <a:gd name="connsiteX87" fmla="*/ 2595360 w 10020924"/>
              <a:gd name="connsiteY87" fmla="*/ 731368 h 2041903"/>
              <a:gd name="connsiteX88" fmla="*/ 2809822 w 10020924"/>
              <a:gd name="connsiteY88" fmla="*/ 452019 h 2041903"/>
              <a:gd name="connsiteX89" fmla="*/ 1079247 w 10020924"/>
              <a:gd name="connsiteY89" fmla="*/ 330967 h 2041903"/>
              <a:gd name="connsiteX90" fmla="*/ 952084 w 10020924"/>
              <a:gd name="connsiteY90" fmla="*/ 465588 h 2041903"/>
              <a:gd name="connsiteX91" fmla="*/ 887125 w 10020924"/>
              <a:gd name="connsiteY91" fmla="*/ 684091 h 2041903"/>
              <a:gd name="connsiteX92" fmla="*/ 940315 w 10020924"/>
              <a:gd name="connsiteY92" fmla="*/ 833769 h 2041903"/>
              <a:gd name="connsiteX93" fmla="*/ 1079206 w 10020924"/>
              <a:gd name="connsiteY93" fmla="*/ 894946 h 2041903"/>
              <a:gd name="connsiteX94" fmla="*/ 1218097 w 10020924"/>
              <a:gd name="connsiteY94" fmla="*/ 833769 h 2041903"/>
              <a:gd name="connsiteX95" fmla="*/ 1271286 w 10020924"/>
              <a:gd name="connsiteY95" fmla="*/ 684091 h 2041903"/>
              <a:gd name="connsiteX96" fmla="*/ 1206328 w 10020924"/>
              <a:gd name="connsiteY96" fmla="*/ 465588 h 2041903"/>
              <a:gd name="connsiteX97" fmla="*/ 1079247 w 10020924"/>
              <a:gd name="connsiteY97" fmla="*/ 330967 h 2041903"/>
              <a:gd name="connsiteX98" fmla="*/ 805966 w 10020924"/>
              <a:gd name="connsiteY98" fmla="*/ 263259 h 2041903"/>
              <a:gd name="connsiteX99" fmla="*/ 446364 w 10020924"/>
              <a:gd name="connsiteY99" fmla="*/ 449558 h 2041903"/>
              <a:gd name="connsiteX100" fmla="*/ 316290 w 10020924"/>
              <a:gd name="connsiteY100" fmla="*/ 671430 h 2041903"/>
              <a:gd name="connsiteX101" fmla="*/ 265280 w 10020924"/>
              <a:gd name="connsiteY101" fmla="*/ 958605 h 2041903"/>
              <a:gd name="connsiteX102" fmla="*/ 329833 w 10020924"/>
              <a:gd name="connsiteY102" fmla="*/ 1280240 h 2041903"/>
              <a:gd name="connsiteX103" fmla="*/ 505249 w 10020924"/>
              <a:gd name="connsiteY103" fmla="*/ 1539802 h 2041903"/>
              <a:gd name="connsiteX104" fmla="*/ 764163 w 10020924"/>
              <a:gd name="connsiteY104" fmla="*/ 1713204 h 2041903"/>
              <a:gd name="connsiteX105" fmla="*/ 1079208 w 10020924"/>
              <a:gd name="connsiteY105" fmla="*/ 1776358 h 2041903"/>
              <a:gd name="connsiteX106" fmla="*/ 1394254 w 10020924"/>
              <a:gd name="connsiteY106" fmla="*/ 1713204 h 2041903"/>
              <a:gd name="connsiteX107" fmla="*/ 1653167 w 10020924"/>
              <a:gd name="connsiteY107" fmla="*/ 1539802 h 2041903"/>
              <a:gd name="connsiteX108" fmla="*/ 1828584 w 10020924"/>
              <a:gd name="connsiteY108" fmla="*/ 1280240 h 2041903"/>
              <a:gd name="connsiteX109" fmla="*/ 1893137 w 10020924"/>
              <a:gd name="connsiteY109" fmla="*/ 958605 h 2041903"/>
              <a:gd name="connsiteX110" fmla="*/ 1843297 w 10020924"/>
              <a:gd name="connsiteY110" fmla="*/ 674433 h 2041903"/>
              <a:gd name="connsiteX111" fmla="*/ 1715171 w 10020924"/>
              <a:gd name="connsiteY111" fmla="*/ 452650 h 2041903"/>
              <a:gd name="connsiteX112" fmla="*/ 1352451 w 10020924"/>
              <a:gd name="connsiteY112" fmla="*/ 263259 h 2041903"/>
              <a:gd name="connsiteX113" fmla="*/ 1489332 w 10020924"/>
              <a:gd name="connsiteY113" fmla="*/ 469668 h 2041903"/>
              <a:gd name="connsiteX114" fmla="*/ 1533501 w 10020924"/>
              <a:gd name="connsiteY114" fmla="*/ 697463 h 2041903"/>
              <a:gd name="connsiteX115" fmla="*/ 1395669 w 10020924"/>
              <a:gd name="connsiteY115" fmla="*/ 1031243 h 2041903"/>
              <a:gd name="connsiteX116" fmla="*/ 1079208 w 10020924"/>
              <a:gd name="connsiteY116" fmla="*/ 1160853 h 2041903"/>
              <a:gd name="connsiteX117" fmla="*/ 762748 w 10020924"/>
              <a:gd name="connsiteY117" fmla="*/ 1031243 h 2041903"/>
              <a:gd name="connsiteX118" fmla="*/ 624916 w 10020924"/>
              <a:gd name="connsiteY118" fmla="*/ 697463 h 2041903"/>
              <a:gd name="connsiteX119" fmla="*/ 673201 w 10020924"/>
              <a:gd name="connsiteY119" fmla="*/ 463015 h 2041903"/>
              <a:gd name="connsiteX120" fmla="*/ 805966 w 10020924"/>
              <a:gd name="connsiteY120" fmla="*/ 263259 h 2041903"/>
              <a:gd name="connsiteX121" fmla="*/ 817834 w 10020924"/>
              <a:gd name="connsiteY121" fmla="*/ 0 h 2041903"/>
              <a:gd name="connsiteX122" fmla="*/ 963091 w 10020924"/>
              <a:gd name="connsiteY122" fmla="*/ 14770 h 2041903"/>
              <a:gd name="connsiteX123" fmla="*/ 1079167 w 10020924"/>
              <a:gd name="connsiteY123" fmla="*/ 48893 h 2041903"/>
              <a:gd name="connsiteX124" fmla="*/ 1194646 w 10020924"/>
              <a:gd name="connsiteY124" fmla="*/ 14436 h 2041903"/>
              <a:gd name="connsiteX125" fmla="*/ 1340583 w 10020924"/>
              <a:gd name="connsiteY125" fmla="*/ 0 h 2041903"/>
              <a:gd name="connsiteX126" fmla="*/ 1649693 w 10020924"/>
              <a:gd name="connsiteY126" fmla="*/ 72213 h 2041903"/>
              <a:gd name="connsiteX127" fmla="*/ 1910677 w 10020924"/>
              <a:gd name="connsiteY127" fmla="*/ 272891 h 2041903"/>
              <a:gd name="connsiteX128" fmla="*/ 2091072 w 10020924"/>
              <a:gd name="connsiteY128" fmla="*/ 578096 h 2041903"/>
              <a:gd name="connsiteX129" fmla="*/ 2158417 w 10020924"/>
              <a:gd name="connsiteY129" fmla="*/ 963886 h 2041903"/>
              <a:gd name="connsiteX130" fmla="*/ 2071704 w 10020924"/>
              <a:gd name="connsiteY130" fmla="*/ 1388805 h 2041903"/>
              <a:gd name="connsiteX131" fmla="*/ 1837251 w 10020924"/>
              <a:gd name="connsiteY131" fmla="*/ 1730875 h 2041903"/>
              <a:gd name="connsiteX132" fmla="*/ 1493585 w 10020924"/>
              <a:gd name="connsiteY132" fmla="*/ 1958956 h 2041903"/>
              <a:gd name="connsiteX133" fmla="*/ 1079208 w 10020924"/>
              <a:gd name="connsiteY133" fmla="*/ 2041903 h 2041903"/>
              <a:gd name="connsiteX134" fmla="*/ 664832 w 10020924"/>
              <a:gd name="connsiteY134" fmla="*/ 1958956 h 2041903"/>
              <a:gd name="connsiteX135" fmla="*/ 321166 w 10020924"/>
              <a:gd name="connsiteY135" fmla="*/ 1730875 h 2041903"/>
              <a:gd name="connsiteX136" fmla="*/ 86713 w 10020924"/>
              <a:gd name="connsiteY136" fmla="*/ 1388805 h 2041903"/>
              <a:gd name="connsiteX137" fmla="*/ 0 w 10020924"/>
              <a:gd name="connsiteY137" fmla="*/ 963886 h 2041903"/>
              <a:gd name="connsiteX138" fmla="*/ 67345 w 10020924"/>
              <a:gd name="connsiteY138" fmla="*/ 578096 h 2041903"/>
              <a:gd name="connsiteX139" fmla="*/ 247740 w 10020924"/>
              <a:gd name="connsiteY139" fmla="*/ 272891 h 2041903"/>
              <a:gd name="connsiteX140" fmla="*/ 508723 w 10020924"/>
              <a:gd name="connsiteY140" fmla="*/ 72213 h 2041903"/>
              <a:gd name="connsiteX141" fmla="*/ 817834 w 10020924"/>
              <a:gd name="connsiteY141" fmla="*/ 0 h 20419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</a:cxnLst>
            <a:rect l="l" t="t" r="r" b="b"/>
            <a:pathLst>
              <a:path w="10020924" h="2041903">
                <a:moveTo>
                  <a:pt x="9329240" y="1080290"/>
                </a:moveTo>
                <a:cubicBezTo>
                  <a:pt x="9292358" y="1080290"/>
                  <a:pt x="9251983" y="1096116"/>
                  <a:pt x="9251983" y="1187029"/>
                </a:cubicBezTo>
                <a:cubicBezTo>
                  <a:pt x="9251983" y="1277880"/>
                  <a:pt x="9292801" y="1296468"/>
                  <a:pt x="9329240" y="1296468"/>
                </a:cubicBezTo>
                <a:lnTo>
                  <a:pt x="9782722" y="1296468"/>
                </a:lnTo>
                <a:lnTo>
                  <a:pt x="9782722" y="1080290"/>
                </a:lnTo>
                <a:close/>
                <a:moveTo>
                  <a:pt x="7331825" y="1080290"/>
                </a:moveTo>
                <a:cubicBezTo>
                  <a:pt x="7294927" y="1080290"/>
                  <a:pt x="7254583" y="1096116"/>
                  <a:pt x="7254583" y="1187029"/>
                </a:cubicBezTo>
                <a:cubicBezTo>
                  <a:pt x="7254583" y="1277880"/>
                  <a:pt x="7295379" y="1296468"/>
                  <a:pt x="7331825" y="1296468"/>
                </a:cubicBezTo>
                <a:lnTo>
                  <a:pt x="7785307" y="1296468"/>
                </a:lnTo>
                <a:lnTo>
                  <a:pt x="7785307" y="1080290"/>
                </a:lnTo>
                <a:close/>
                <a:moveTo>
                  <a:pt x="6171264" y="689323"/>
                </a:moveTo>
                <a:lnTo>
                  <a:pt x="6171264" y="1297318"/>
                </a:lnTo>
                <a:lnTo>
                  <a:pt x="6558679" y="1297318"/>
                </a:lnTo>
                <a:cubicBezTo>
                  <a:pt x="6645146" y="1297318"/>
                  <a:pt x="6679368" y="1257837"/>
                  <a:pt x="6679368" y="1156413"/>
                </a:cubicBezTo>
                <a:lnTo>
                  <a:pt x="6679368" y="830244"/>
                </a:lnTo>
                <a:cubicBezTo>
                  <a:pt x="6679368" y="728827"/>
                  <a:pt x="6645146" y="689323"/>
                  <a:pt x="6558679" y="689323"/>
                </a:cubicBezTo>
                <a:close/>
                <a:moveTo>
                  <a:pt x="9072763" y="463851"/>
                </a:moveTo>
                <a:lnTo>
                  <a:pt x="9678449" y="463851"/>
                </a:lnTo>
                <a:cubicBezTo>
                  <a:pt x="9932730" y="463851"/>
                  <a:pt x="10020924" y="559816"/>
                  <a:pt x="10020924" y="826574"/>
                </a:cubicBezTo>
                <a:lnTo>
                  <a:pt x="10020924" y="1522671"/>
                </a:lnTo>
                <a:lnTo>
                  <a:pt x="9304207" y="1522671"/>
                </a:lnTo>
                <a:cubicBezTo>
                  <a:pt x="9111641" y="1522671"/>
                  <a:pt x="9015771" y="1435849"/>
                  <a:pt x="9015771" y="1219793"/>
                </a:cubicBezTo>
                <a:lnTo>
                  <a:pt x="9015771" y="1169781"/>
                </a:lnTo>
                <a:cubicBezTo>
                  <a:pt x="9015771" y="959714"/>
                  <a:pt x="9108248" y="866738"/>
                  <a:pt x="9294061" y="866738"/>
                </a:cubicBezTo>
                <a:lnTo>
                  <a:pt x="9782829" y="866738"/>
                </a:lnTo>
                <a:cubicBezTo>
                  <a:pt x="9782829" y="858122"/>
                  <a:pt x="9782707" y="829861"/>
                  <a:pt x="9782707" y="829349"/>
                </a:cubicBezTo>
                <a:cubicBezTo>
                  <a:pt x="9782707" y="727955"/>
                  <a:pt x="9749047" y="688428"/>
                  <a:pt x="9662481" y="688428"/>
                </a:cubicBezTo>
                <a:lnTo>
                  <a:pt x="9072763" y="688428"/>
                </a:lnTo>
                <a:close/>
                <a:moveTo>
                  <a:pt x="8071817" y="463851"/>
                </a:moveTo>
                <a:lnTo>
                  <a:pt x="8991911" y="463851"/>
                </a:lnTo>
                <a:lnTo>
                  <a:pt x="8991911" y="686668"/>
                </a:lnTo>
                <a:lnTo>
                  <a:pt x="8652240" y="686668"/>
                </a:lnTo>
                <a:lnTo>
                  <a:pt x="8652240" y="1522955"/>
                </a:lnTo>
                <a:lnTo>
                  <a:pt x="8411534" y="1522955"/>
                </a:lnTo>
                <a:lnTo>
                  <a:pt x="8411534" y="686668"/>
                </a:lnTo>
                <a:lnTo>
                  <a:pt x="8071817" y="686668"/>
                </a:lnTo>
                <a:close/>
                <a:moveTo>
                  <a:pt x="7075333" y="463851"/>
                </a:moveTo>
                <a:lnTo>
                  <a:pt x="7681075" y="463851"/>
                </a:lnTo>
                <a:cubicBezTo>
                  <a:pt x="7935303" y="463851"/>
                  <a:pt x="8023424" y="559816"/>
                  <a:pt x="8023417" y="826574"/>
                </a:cubicBezTo>
                <a:lnTo>
                  <a:pt x="8023417" y="1522671"/>
                </a:lnTo>
                <a:lnTo>
                  <a:pt x="7306759" y="1522671"/>
                </a:lnTo>
                <a:cubicBezTo>
                  <a:pt x="7114170" y="1522671"/>
                  <a:pt x="7018293" y="1435849"/>
                  <a:pt x="7018293" y="1219793"/>
                </a:cubicBezTo>
                <a:lnTo>
                  <a:pt x="7018293" y="1169781"/>
                </a:lnTo>
                <a:cubicBezTo>
                  <a:pt x="7018293" y="959714"/>
                  <a:pt x="7110792" y="866738"/>
                  <a:pt x="7296628" y="866738"/>
                </a:cubicBezTo>
                <a:lnTo>
                  <a:pt x="7785307" y="866738"/>
                </a:lnTo>
                <a:lnTo>
                  <a:pt x="7785307" y="829349"/>
                </a:lnTo>
                <a:cubicBezTo>
                  <a:pt x="7785307" y="727955"/>
                  <a:pt x="7751547" y="688428"/>
                  <a:pt x="7665080" y="688428"/>
                </a:cubicBezTo>
                <a:lnTo>
                  <a:pt x="7075333" y="688428"/>
                </a:lnTo>
                <a:close/>
                <a:moveTo>
                  <a:pt x="5930572" y="463851"/>
                </a:moveTo>
                <a:lnTo>
                  <a:pt x="6574718" y="463851"/>
                </a:lnTo>
                <a:cubicBezTo>
                  <a:pt x="6817412" y="463851"/>
                  <a:pt x="6925013" y="557409"/>
                  <a:pt x="6925013" y="834884"/>
                </a:cubicBezTo>
                <a:lnTo>
                  <a:pt x="6925013" y="1151743"/>
                </a:lnTo>
                <a:cubicBezTo>
                  <a:pt x="6925013" y="1394650"/>
                  <a:pt x="6843589" y="1522671"/>
                  <a:pt x="6585968" y="1522671"/>
                </a:cubicBezTo>
                <a:lnTo>
                  <a:pt x="5930572" y="1522671"/>
                </a:lnTo>
                <a:close/>
                <a:moveTo>
                  <a:pt x="4717895" y="463851"/>
                </a:moveTo>
                <a:lnTo>
                  <a:pt x="5638093" y="463851"/>
                </a:lnTo>
                <a:lnTo>
                  <a:pt x="5638093" y="686668"/>
                </a:lnTo>
                <a:lnTo>
                  <a:pt x="5298318" y="686668"/>
                </a:lnTo>
                <a:lnTo>
                  <a:pt x="5298318" y="1522955"/>
                </a:lnTo>
                <a:lnTo>
                  <a:pt x="5057626" y="1522955"/>
                </a:lnTo>
                <a:lnTo>
                  <a:pt x="5057626" y="686668"/>
                </a:lnTo>
                <a:lnTo>
                  <a:pt x="4717895" y="686668"/>
                </a:lnTo>
                <a:close/>
                <a:moveTo>
                  <a:pt x="3721291" y="463851"/>
                </a:moveTo>
                <a:lnTo>
                  <a:pt x="4641430" y="463851"/>
                </a:lnTo>
                <a:lnTo>
                  <a:pt x="4641430" y="686668"/>
                </a:lnTo>
                <a:lnTo>
                  <a:pt x="4301654" y="686668"/>
                </a:lnTo>
                <a:lnTo>
                  <a:pt x="4301654" y="1522955"/>
                </a:lnTo>
                <a:lnTo>
                  <a:pt x="4061067" y="1522955"/>
                </a:lnTo>
                <a:lnTo>
                  <a:pt x="4061067" y="686668"/>
                </a:lnTo>
                <a:lnTo>
                  <a:pt x="3721291" y="686668"/>
                </a:lnTo>
                <a:close/>
                <a:moveTo>
                  <a:pt x="2809822" y="452019"/>
                </a:moveTo>
                <a:cubicBezTo>
                  <a:pt x="2915562" y="452019"/>
                  <a:pt x="2970732" y="501487"/>
                  <a:pt x="3016077" y="572753"/>
                </a:cubicBezTo>
                <a:cubicBezTo>
                  <a:pt x="3055320" y="634446"/>
                  <a:pt x="3376830" y="1260842"/>
                  <a:pt x="3381948" y="1270566"/>
                </a:cubicBezTo>
                <a:cubicBezTo>
                  <a:pt x="3386677" y="1279328"/>
                  <a:pt x="3393442" y="1285729"/>
                  <a:pt x="3400240" y="1281756"/>
                </a:cubicBezTo>
                <a:cubicBezTo>
                  <a:pt x="3406237" y="1278349"/>
                  <a:pt x="3406646" y="1267378"/>
                  <a:pt x="3406134" y="1255736"/>
                </a:cubicBezTo>
                <a:cubicBezTo>
                  <a:pt x="3405492" y="1241619"/>
                  <a:pt x="3402657" y="1171378"/>
                  <a:pt x="3402657" y="1123946"/>
                </a:cubicBezTo>
                <a:lnTo>
                  <a:pt x="3402657" y="463522"/>
                </a:lnTo>
                <a:lnTo>
                  <a:pt x="3639813" y="463522"/>
                </a:lnTo>
                <a:lnTo>
                  <a:pt x="3639813" y="1255333"/>
                </a:lnTo>
                <a:cubicBezTo>
                  <a:pt x="3639813" y="1491113"/>
                  <a:pt x="3523557" y="1534727"/>
                  <a:pt x="3425426" y="1534727"/>
                </a:cubicBezTo>
                <a:cubicBezTo>
                  <a:pt x="3319670" y="1534727"/>
                  <a:pt x="3264509" y="1485221"/>
                  <a:pt x="3219125" y="1413949"/>
                </a:cubicBezTo>
                <a:cubicBezTo>
                  <a:pt x="3155813" y="1314503"/>
                  <a:pt x="2857763" y="724966"/>
                  <a:pt x="2853165" y="716135"/>
                </a:cubicBezTo>
                <a:cubicBezTo>
                  <a:pt x="2848558" y="707335"/>
                  <a:pt x="2841793" y="701034"/>
                  <a:pt x="2834887" y="704930"/>
                </a:cubicBezTo>
                <a:cubicBezTo>
                  <a:pt x="2829005" y="708344"/>
                  <a:pt x="2828497" y="719338"/>
                  <a:pt x="2829009" y="730980"/>
                </a:cubicBezTo>
                <a:cubicBezTo>
                  <a:pt x="2829628" y="745090"/>
                  <a:pt x="2832590" y="815378"/>
                  <a:pt x="2832590" y="862725"/>
                </a:cubicBezTo>
                <a:lnTo>
                  <a:pt x="2832590" y="1523194"/>
                </a:lnTo>
                <a:lnTo>
                  <a:pt x="2595360" y="1523194"/>
                </a:lnTo>
                <a:lnTo>
                  <a:pt x="2595360" y="731368"/>
                </a:lnTo>
                <a:cubicBezTo>
                  <a:pt x="2595360" y="495611"/>
                  <a:pt x="2711606" y="452019"/>
                  <a:pt x="2809822" y="452019"/>
                </a:cubicBezTo>
                <a:close/>
                <a:moveTo>
                  <a:pt x="1079247" y="330967"/>
                </a:moveTo>
                <a:cubicBezTo>
                  <a:pt x="1039101" y="354484"/>
                  <a:pt x="989740" y="403598"/>
                  <a:pt x="952084" y="465588"/>
                </a:cubicBezTo>
                <a:cubicBezTo>
                  <a:pt x="914427" y="527577"/>
                  <a:pt x="887125" y="603548"/>
                  <a:pt x="887125" y="684091"/>
                </a:cubicBezTo>
                <a:cubicBezTo>
                  <a:pt x="887125" y="743091"/>
                  <a:pt x="906578" y="795805"/>
                  <a:pt x="940315" y="833769"/>
                </a:cubicBezTo>
                <a:cubicBezTo>
                  <a:pt x="974052" y="871732"/>
                  <a:pt x="1022072" y="894946"/>
                  <a:pt x="1079206" y="894946"/>
                </a:cubicBezTo>
                <a:cubicBezTo>
                  <a:pt x="1136340" y="894946"/>
                  <a:pt x="1184360" y="871732"/>
                  <a:pt x="1218097" y="833769"/>
                </a:cubicBezTo>
                <a:cubicBezTo>
                  <a:pt x="1251833" y="795805"/>
                  <a:pt x="1271286" y="743091"/>
                  <a:pt x="1271286" y="684091"/>
                </a:cubicBezTo>
                <a:cubicBezTo>
                  <a:pt x="1271286" y="603548"/>
                  <a:pt x="1243984" y="527577"/>
                  <a:pt x="1206328" y="465588"/>
                </a:cubicBezTo>
                <a:cubicBezTo>
                  <a:pt x="1168672" y="403598"/>
                  <a:pt x="1110735" y="347874"/>
                  <a:pt x="1079247" y="330967"/>
                </a:cubicBezTo>
                <a:close/>
                <a:moveTo>
                  <a:pt x="805966" y="263259"/>
                </a:moveTo>
                <a:cubicBezTo>
                  <a:pt x="686954" y="257894"/>
                  <a:pt x="551782" y="326830"/>
                  <a:pt x="446364" y="449558"/>
                </a:cubicBezTo>
                <a:cubicBezTo>
                  <a:pt x="393654" y="510922"/>
                  <a:pt x="348383" y="585734"/>
                  <a:pt x="316290" y="671430"/>
                </a:cubicBezTo>
                <a:cubicBezTo>
                  <a:pt x="284196" y="757125"/>
                  <a:pt x="265280" y="853705"/>
                  <a:pt x="265280" y="958605"/>
                </a:cubicBezTo>
                <a:cubicBezTo>
                  <a:pt x="265280" y="1073486"/>
                  <a:pt x="288318" y="1182036"/>
                  <a:pt x="329833" y="1280240"/>
                </a:cubicBezTo>
                <a:cubicBezTo>
                  <a:pt x="371348" y="1378444"/>
                  <a:pt x="431341" y="1466303"/>
                  <a:pt x="505249" y="1539802"/>
                </a:cubicBezTo>
                <a:cubicBezTo>
                  <a:pt x="579158" y="1613301"/>
                  <a:pt x="666983" y="1672440"/>
                  <a:pt x="764163" y="1713204"/>
                </a:cubicBezTo>
                <a:cubicBezTo>
                  <a:pt x="861343" y="1753969"/>
                  <a:pt x="967878" y="1776358"/>
                  <a:pt x="1079208" y="1776358"/>
                </a:cubicBezTo>
                <a:cubicBezTo>
                  <a:pt x="1190538" y="1776358"/>
                  <a:pt x="1297074" y="1753969"/>
                  <a:pt x="1394254" y="1713204"/>
                </a:cubicBezTo>
                <a:cubicBezTo>
                  <a:pt x="1491434" y="1672440"/>
                  <a:pt x="1579259" y="1613301"/>
                  <a:pt x="1653167" y="1539802"/>
                </a:cubicBezTo>
                <a:cubicBezTo>
                  <a:pt x="1727076" y="1466303"/>
                  <a:pt x="1787068" y="1378444"/>
                  <a:pt x="1828584" y="1280240"/>
                </a:cubicBezTo>
                <a:cubicBezTo>
                  <a:pt x="1870099" y="1182036"/>
                  <a:pt x="1893137" y="1073486"/>
                  <a:pt x="1893137" y="958605"/>
                </a:cubicBezTo>
                <a:cubicBezTo>
                  <a:pt x="1893137" y="855344"/>
                  <a:pt x="1874740" y="759689"/>
                  <a:pt x="1843297" y="674433"/>
                </a:cubicBezTo>
                <a:cubicBezTo>
                  <a:pt x="1811852" y="589176"/>
                  <a:pt x="1767361" y="514318"/>
                  <a:pt x="1715171" y="452650"/>
                </a:cubicBezTo>
                <a:cubicBezTo>
                  <a:pt x="1610792" y="329313"/>
                  <a:pt x="1475621" y="258738"/>
                  <a:pt x="1352451" y="263259"/>
                </a:cubicBezTo>
                <a:cubicBezTo>
                  <a:pt x="1412945" y="322179"/>
                  <a:pt x="1458865" y="394141"/>
                  <a:pt x="1489332" y="469668"/>
                </a:cubicBezTo>
                <a:cubicBezTo>
                  <a:pt x="1519800" y="545194"/>
                  <a:pt x="1534815" y="624285"/>
                  <a:pt x="1533501" y="697463"/>
                </a:cubicBezTo>
                <a:cubicBezTo>
                  <a:pt x="1533501" y="833577"/>
                  <a:pt x="1479467" y="949424"/>
                  <a:pt x="1395669" y="1031243"/>
                </a:cubicBezTo>
                <a:cubicBezTo>
                  <a:pt x="1311871" y="1113062"/>
                  <a:pt x="1198308" y="1160853"/>
                  <a:pt x="1079208" y="1160853"/>
                </a:cubicBezTo>
                <a:cubicBezTo>
                  <a:pt x="960109" y="1160853"/>
                  <a:pt x="846546" y="1113062"/>
                  <a:pt x="762748" y="1031243"/>
                </a:cubicBezTo>
                <a:cubicBezTo>
                  <a:pt x="678950" y="949424"/>
                  <a:pt x="624916" y="833577"/>
                  <a:pt x="624916" y="697463"/>
                </a:cubicBezTo>
                <a:cubicBezTo>
                  <a:pt x="624916" y="618236"/>
                  <a:pt x="642018" y="537734"/>
                  <a:pt x="673201" y="463015"/>
                </a:cubicBezTo>
                <a:cubicBezTo>
                  <a:pt x="704383" y="388296"/>
                  <a:pt x="749646" y="319359"/>
                  <a:pt x="805966" y="263259"/>
                </a:cubicBezTo>
                <a:close/>
                <a:moveTo>
                  <a:pt x="817834" y="0"/>
                </a:moveTo>
                <a:cubicBezTo>
                  <a:pt x="866589" y="0"/>
                  <a:pt x="917272" y="5772"/>
                  <a:pt x="963091" y="14770"/>
                </a:cubicBezTo>
                <a:cubicBezTo>
                  <a:pt x="1008909" y="23768"/>
                  <a:pt x="1049865" y="35991"/>
                  <a:pt x="1079167" y="48893"/>
                </a:cubicBezTo>
                <a:cubicBezTo>
                  <a:pt x="1107617" y="35545"/>
                  <a:pt x="1148593" y="23322"/>
                  <a:pt x="1194646" y="14436"/>
                </a:cubicBezTo>
                <a:cubicBezTo>
                  <a:pt x="1240699" y="5549"/>
                  <a:pt x="1291827" y="0"/>
                  <a:pt x="1340583" y="0"/>
                </a:cubicBezTo>
                <a:cubicBezTo>
                  <a:pt x="1448034" y="0"/>
                  <a:pt x="1552874" y="25401"/>
                  <a:pt x="1649693" y="72213"/>
                </a:cubicBezTo>
                <a:cubicBezTo>
                  <a:pt x="1746513" y="119025"/>
                  <a:pt x="1835310" y="187248"/>
                  <a:pt x="1910677" y="272891"/>
                </a:cubicBezTo>
                <a:cubicBezTo>
                  <a:pt x="1986043" y="358535"/>
                  <a:pt x="2047978" y="461600"/>
                  <a:pt x="2091072" y="578096"/>
                </a:cubicBezTo>
                <a:cubicBezTo>
                  <a:pt x="2134165" y="694592"/>
                  <a:pt x="2158417" y="824518"/>
                  <a:pt x="2158417" y="963886"/>
                </a:cubicBezTo>
                <a:cubicBezTo>
                  <a:pt x="2158417" y="1115873"/>
                  <a:pt x="2127372" y="1259243"/>
                  <a:pt x="2071704" y="1388805"/>
                </a:cubicBezTo>
                <a:cubicBezTo>
                  <a:pt x="2016036" y="1518366"/>
                  <a:pt x="1935744" y="1634120"/>
                  <a:pt x="1837251" y="1730875"/>
                </a:cubicBezTo>
                <a:cubicBezTo>
                  <a:pt x="1738759" y="1827631"/>
                  <a:pt x="1622064" y="1905388"/>
                  <a:pt x="1493585" y="1958956"/>
                </a:cubicBezTo>
                <a:cubicBezTo>
                  <a:pt x="1365105" y="2012524"/>
                  <a:pt x="1224841" y="2041903"/>
                  <a:pt x="1079208" y="2041903"/>
                </a:cubicBezTo>
                <a:cubicBezTo>
                  <a:pt x="933576" y="2041903"/>
                  <a:pt x="793312" y="2012524"/>
                  <a:pt x="664832" y="1958956"/>
                </a:cubicBezTo>
                <a:cubicBezTo>
                  <a:pt x="536353" y="1905388"/>
                  <a:pt x="419658" y="1827631"/>
                  <a:pt x="321166" y="1730875"/>
                </a:cubicBezTo>
                <a:cubicBezTo>
                  <a:pt x="222673" y="1634120"/>
                  <a:pt x="142381" y="1518366"/>
                  <a:pt x="86713" y="1388805"/>
                </a:cubicBezTo>
                <a:cubicBezTo>
                  <a:pt x="31045" y="1259243"/>
                  <a:pt x="0" y="1115873"/>
                  <a:pt x="0" y="963886"/>
                </a:cubicBezTo>
                <a:cubicBezTo>
                  <a:pt x="0" y="824518"/>
                  <a:pt x="24252" y="694592"/>
                  <a:pt x="67345" y="578096"/>
                </a:cubicBezTo>
                <a:cubicBezTo>
                  <a:pt x="110439" y="461600"/>
                  <a:pt x="172374" y="358535"/>
                  <a:pt x="247740" y="272891"/>
                </a:cubicBezTo>
                <a:cubicBezTo>
                  <a:pt x="323106" y="187248"/>
                  <a:pt x="411904" y="119025"/>
                  <a:pt x="508723" y="72213"/>
                </a:cubicBezTo>
                <a:cubicBezTo>
                  <a:pt x="605542" y="25401"/>
                  <a:pt x="710382" y="0"/>
                  <a:pt x="817834" y="0"/>
                </a:cubicBezTo>
                <a:close/>
              </a:path>
            </a:pathLst>
          </a:custGeom>
          <a:solidFill>
            <a:srgbClr val="0072BC"/>
          </a:solidFill>
          <a:ln w="7639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40521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01" r:id="rId1"/>
    <p:sldLayoutId id="2147484202" r:id="rId2"/>
    <p:sldLayoutId id="2147484186" r:id="rId3"/>
    <p:sldLayoutId id="2147484195" r:id="rId4"/>
    <p:sldLayoutId id="2147484196" r:id="rId5"/>
    <p:sldLayoutId id="2147484197" r:id="rId6"/>
    <p:sldLayoutId id="2147484198" r:id="rId7"/>
    <p:sldLayoutId id="2147484199" r:id="rId8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2800" kern="1200" dirty="0">
          <a:solidFill>
            <a:schemeClr val="bg1"/>
          </a:solidFill>
          <a:latin typeface="Georgia" panose="02040502050405020303" pitchFamily="18" charset="0"/>
          <a:ea typeface="+mj-ea"/>
          <a:cs typeface="+mj-cs"/>
        </a:defRPr>
      </a:lvl1pPr>
    </p:titleStyle>
    <p:bodyStyle>
      <a:lvl1pPr marL="227013" indent="-227013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798513" indent="-28575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–"/>
        <a:defRPr sz="20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200150" indent="-22860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712913" indent="-28575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–"/>
        <a:defRPr sz="20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114550" indent="-22860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DB37B6-3DF4-34BD-D5E9-52EA5E80D4A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400800"/>
            <a:ext cx="914400" cy="304800"/>
          </a:xfrm>
          <a:prstGeom prst="rect">
            <a:avLst/>
          </a:prstGeom>
          <a:ln w="3175">
            <a:noFill/>
          </a:ln>
        </p:spPr>
        <p:txBody>
          <a:bodyPr vert="horz" lIns="0" tIns="0" rIns="0" bIns="0" rtlCol="0" anchor="ctr"/>
          <a:lstStyle>
            <a:lvl1pPr>
              <a:defRPr lang="en-US" sz="800" smtClean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November 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3C5F86-8F5F-160E-E108-4A97EA9FE1A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71600" y="6400800"/>
            <a:ext cx="4114800" cy="304800"/>
          </a:xfrm>
          <a:prstGeom prst="rect">
            <a:avLst/>
          </a:prstGeom>
          <a:ln w="3175">
            <a:noFill/>
          </a:ln>
        </p:spPr>
        <p:txBody>
          <a:bodyPr vert="horz" lIns="0" tIns="0" rIns="0" bIns="0" rtlCol="0" anchor="ctr"/>
          <a:lstStyle>
            <a:lvl1pPr>
              <a:defRPr lang="en-US" sz="800" b="0" i="0">
                <a:solidFill>
                  <a:schemeClr val="tx2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NTT DATA, Inc.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64DB4C7-535B-ACE9-FD48-E216483B58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04801"/>
            <a:ext cx="11430000" cy="380999"/>
          </a:xfrm>
          <a:prstGeom prst="rect">
            <a:avLst/>
          </a:prstGeom>
        </p:spPr>
        <p:txBody>
          <a:bodyPr vert="horz" lIns="0" tIns="45720" rIns="0" bIns="45720" rtlCol="0" anchor="t">
            <a:noAutofit/>
          </a:bodyPr>
          <a:lstStyle/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15ACC7-9813-39D4-E0E6-4E62A19476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0" y="1676400"/>
            <a:ext cx="11430000" cy="4572000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9A58B4-77D9-E987-C197-DA4CB60F70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562600" y="6400800"/>
            <a:ext cx="1066800" cy="304800"/>
          </a:xfrm>
          <a:prstGeom prst="rect">
            <a:avLst/>
          </a:prstGeom>
          <a:ln w="3175">
            <a:noFill/>
          </a:ln>
        </p:spPr>
        <p:txBody>
          <a:bodyPr anchor="ctr"/>
          <a:lstStyle>
            <a:lvl1pPr>
              <a:defRPr lang="en-US" sz="800" b="0" i="0" smtClean="0">
                <a:solidFill>
                  <a:schemeClr val="tx2"/>
                </a:solidFill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algn="ctr"/>
            <a:fld id="{60D39823-8059-4D49-BD26-6D32C31B8621}" type="slidenum">
              <a:rPr lang="en-US" smtClean="0"/>
              <a:pPr algn="ctr"/>
              <a:t>‹#›</a:t>
            </a:fld>
            <a:endParaRPr lang="en-US"/>
          </a:p>
        </p:txBody>
      </p:sp>
      <p:sp>
        <p:nvSpPr>
          <p:cNvPr id="7" name="NTT DATA Global Logo">
            <a:extLst>
              <a:ext uri="{FF2B5EF4-FFF2-40B4-BE49-F238E27FC236}">
                <a16:creationId xmlns:a16="http://schemas.microsoft.com/office/drawing/2014/main" id="{04FD1337-5DF6-30A3-4131-6B12D60DB5C4}"/>
              </a:ext>
            </a:extLst>
          </p:cNvPr>
          <p:cNvSpPr/>
          <p:nvPr userDrawn="1"/>
        </p:nvSpPr>
        <p:spPr bwMode="black">
          <a:xfrm>
            <a:off x="10588752" y="6428232"/>
            <a:ext cx="1211639" cy="246888"/>
          </a:xfrm>
          <a:custGeom>
            <a:avLst/>
            <a:gdLst>
              <a:gd name="connsiteX0" fmla="*/ 9329240 w 10020924"/>
              <a:gd name="connsiteY0" fmla="*/ 1080290 h 2041903"/>
              <a:gd name="connsiteX1" fmla="*/ 9251983 w 10020924"/>
              <a:gd name="connsiteY1" fmla="*/ 1187029 h 2041903"/>
              <a:gd name="connsiteX2" fmla="*/ 9329240 w 10020924"/>
              <a:gd name="connsiteY2" fmla="*/ 1296468 h 2041903"/>
              <a:gd name="connsiteX3" fmla="*/ 9782722 w 10020924"/>
              <a:gd name="connsiteY3" fmla="*/ 1296468 h 2041903"/>
              <a:gd name="connsiteX4" fmla="*/ 9782722 w 10020924"/>
              <a:gd name="connsiteY4" fmla="*/ 1080290 h 2041903"/>
              <a:gd name="connsiteX5" fmla="*/ 7331825 w 10020924"/>
              <a:gd name="connsiteY5" fmla="*/ 1080290 h 2041903"/>
              <a:gd name="connsiteX6" fmla="*/ 7254583 w 10020924"/>
              <a:gd name="connsiteY6" fmla="*/ 1187029 h 2041903"/>
              <a:gd name="connsiteX7" fmla="*/ 7331825 w 10020924"/>
              <a:gd name="connsiteY7" fmla="*/ 1296468 h 2041903"/>
              <a:gd name="connsiteX8" fmla="*/ 7785307 w 10020924"/>
              <a:gd name="connsiteY8" fmla="*/ 1296468 h 2041903"/>
              <a:gd name="connsiteX9" fmla="*/ 7785307 w 10020924"/>
              <a:gd name="connsiteY9" fmla="*/ 1080290 h 2041903"/>
              <a:gd name="connsiteX10" fmla="*/ 6171264 w 10020924"/>
              <a:gd name="connsiteY10" fmla="*/ 689323 h 2041903"/>
              <a:gd name="connsiteX11" fmla="*/ 6171264 w 10020924"/>
              <a:gd name="connsiteY11" fmla="*/ 1297318 h 2041903"/>
              <a:gd name="connsiteX12" fmla="*/ 6558679 w 10020924"/>
              <a:gd name="connsiteY12" fmla="*/ 1297318 h 2041903"/>
              <a:gd name="connsiteX13" fmla="*/ 6679368 w 10020924"/>
              <a:gd name="connsiteY13" fmla="*/ 1156413 h 2041903"/>
              <a:gd name="connsiteX14" fmla="*/ 6679368 w 10020924"/>
              <a:gd name="connsiteY14" fmla="*/ 830244 h 2041903"/>
              <a:gd name="connsiteX15" fmla="*/ 6558679 w 10020924"/>
              <a:gd name="connsiteY15" fmla="*/ 689323 h 2041903"/>
              <a:gd name="connsiteX16" fmla="*/ 9072763 w 10020924"/>
              <a:gd name="connsiteY16" fmla="*/ 463851 h 2041903"/>
              <a:gd name="connsiteX17" fmla="*/ 9678449 w 10020924"/>
              <a:gd name="connsiteY17" fmla="*/ 463851 h 2041903"/>
              <a:gd name="connsiteX18" fmla="*/ 10020924 w 10020924"/>
              <a:gd name="connsiteY18" fmla="*/ 826574 h 2041903"/>
              <a:gd name="connsiteX19" fmla="*/ 10020924 w 10020924"/>
              <a:gd name="connsiteY19" fmla="*/ 1522671 h 2041903"/>
              <a:gd name="connsiteX20" fmla="*/ 9304207 w 10020924"/>
              <a:gd name="connsiteY20" fmla="*/ 1522671 h 2041903"/>
              <a:gd name="connsiteX21" fmla="*/ 9015771 w 10020924"/>
              <a:gd name="connsiteY21" fmla="*/ 1219793 h 2041903"/>
              <a:gd name="connsiteX22" fmla="*/ 9015771 w 10020924"/>
              <a:gd name="connsiteY22" fmla="*/ 1169781 h 2041903"/>
              <a:gd name="connsiteX23" fmla="*/ 9294061 w 10020924"/>
              <a:gd name="connsiteY23" fmla="*/ 866738 h 2041903"/>
              <a:gd name="connsiteX24" fmla="*/ 9782829 w 10020924"/>
              <a:gd name="connsiteY24" fmla="*/ 866738 h 2041903"/>
              <a:gd name="connsiteX25" fmla="*/ 9782707 w 10020924"/>
              <a:gd name="connsiteY25" fmla="*/ 829349 h 2041903"/>
              <a:gd name="connsiteX26" fmla="*/ 9662481 w 10020924"/>
              <a:gd name="connsiteY26" fmla="*/ 688428 h 2041903"/>
              <a:gd name="connsiteX27" fmla="*/ 9072763 w 10020924"/>
              <a:gd name="connsiteY27" fmla="*/ 688428 h 2041903"/>
              <a:gd name="connsiteX28" fmla="*/ 8071817 w 10020924"/>
              <a:gd name="connsiteY28" fmla="*/ 463851 h 2041903"/>
              <a:gd name="connsiteX29" fmla="*/ 8991911 w 10020924"/>
              <a:gd name="connsiteY29" fmla="*/ 463851 h 2041903"/>
              <a:gd name="connsiteX30" fmla="*/ 8991911 w 10020924"/>
              <a:gd name="connsiteY30" fmla="*/ 686668 h 2041903"/>
              <a:gd name="connsiteX31" fmla="*/ 8652240 w 10020924"/>
              <a:gd name="connsiteY31" fmla="*/ 686668 h 2041903"/>
              <a:gd name="connsiteX32" fmla="*/ 8652240 w 10020924"/>
              <a:gd name="connsiteY32" fmla="*/ 1522955 h 2041903"/>
              <a:gd name="connsiteX33" fmla="*/ 8411534 w 10020924"/>
              <a:gd name="connsiteY33" fmla="*/ 1522955 h 2041903"/>
              <a:gd name="connsiteX34" fmla="*/ 8411534 w 10020924"/>
              <a:gd name="connsiteY34" fmla="*/ 686668 h 2041903"/>
              <a:gd name="connsiteX35" fmla="*/ 8071817 w 10020924"/>
              <a:gd name="connsiteY35" fmla="*/ 686668 h 2041903"/>
              <a:gd name="connsiteX36" fmla="*/ 7075333 w 10020924"/>
              <a:gd name="connsiteY36" fmla="*/ 463851 h 2041903"/>
              <a:gd name="connsiteX37" fmla="*/ 7681075 w 10020924"/>
              <a:gd name="connsiteY37" fmla="*/ 463851 h 2041903"/>
              <a:gd name="connsiteX38" fmla="*/ 8023417 w 10020924"/>
              <a:gd name="connsiteY38" fmla="*/ 826574 h 2041903"/>
              <a:gd name="connsiteX39" fmla="*/ 8023417 w 10020924"/>
              <a:gd name="connsiteY39" fmla="*/ 1522671 h 2041903"/>
              <a:gd name="connsiteX40" fmla="*/ 7306759 w 10020924"/>
              <a:gd name="connsiteY40" fmla="*/ 1522671 h 2041903"/>
              <a:gd name="connsiteX41" fmla="*/ 7018293 w 10020924"/>
              <a:gd name="connsiteY41" fmla="*/ 1219793 h 2041903"/>
              <a:gd name="connsiteX42" fmla="*/ 7018293 w 10020924"/>
              <a:gd name="connsiteY42" fmla="*/ 1169781 h 2041903"/>
              <a:gd name="connsiteX43" fmla="*/ 7296628 w 10020924"/>
              <a:gd name="connsiteY43" fmla="*/ 866738 h 2041903"/>
              <a:gd name="connsiteX44" fmla="*/ 7785307 w 10020924"/>
              <a:gd name="connsiteY44" fmla="*/ 866738 h 2041903"/>
              <a:gd name="connsiteX45" fmla="*/ 7785307 w 10020924"/>
              <a:gd name="connsiteY45" fmla="*/ 829349 h 2041903"/>
              <a:gd name="connsiteX46" fmla="*/ 7665080 w 10020924"/>
              <a:gd name="connsiteY46" fmla="*/ 688428 h 2041903"/>
              <a:gd name="connsiteX47" fmla="*/ 7075333 w 10020924"/>
              <a:gd name="connsiteY47" fmla="*/ 688428 h 2041903"/>
              <a:gd name="connsiteX48" fmla="*/ 5930572 w 10020924"/>
              <a:gd name="connsiteY48" fmla="*/ 463851 h 2041903"/>
              <a:gd name="connsiteX49" fmla="*/ 6574718 w 10020924"/>
              <a:gd name="connsiteY49" fmla="*/ 463851 h 2041903"/>
              <a:gd name="connsiteX50" fmla="*/ 6925013 w 10020924"/>
              <a:gd name="connsiteY50" fmla="*/ 834884 h 2041903"/>
              <a:gd name="connsiteX51" fmla="*/ 6925013 w 10020924"/>
              <a:gd name="connsiteY51" fmla="*/ 1151743 h 2041903"/>
              <a:gd name="connsiteX52" fmla="*/ 6585968 w 10020924"/>
              <a:gd name="connsiteY52" fmla="*/ 1522671 h 2041903"/>
              <a:gd name="connsiteX53" fmla="*/ 5930572 w 10020924"/>
              <a:gd name="connsiteY53" fmla="*/ 1522671 h 2041903"/>
              <a:gd name="connsiteX54" fmla="*/ 4717895 w 10020924"/>
              <a:gd name="connsiteY54" fmla="*/ 463851 h 2041903"/>
              <a:gd name="connsiteX55" fmla="*/ 5638093 w 10020924"/>
              <a:gd name="connsiteY55" fmla="*/ 463851 h 2041903"/>
              <a:gd name="connsiteX56" fmla="*/ 5638093 w 10020924"/>
              <a:gd name="connsiteY56" fmla="*/ 686668 h 2041903"/>
              <a:gd name="connsiteX57" fmla="*/ 5298318 w 10020924"/>
              <a:gd name="connsiteY57" fmla="*/ 686668 h 2041903"/>
              <a:gd name="connsiteX58" fmla="*/ 5298318 w 10020924"/>
              <a:gd name="connsiteY58" fmla="*/ 1522955 h 2041903"/>
              <a:gd name="connsiteX59" fmla="*/ 5057626 w 10020924"/>
              <a:gd name="connsiteY59" fmla="*/ 1522955 h 2041903"/>
              <a:gd name="connsiteX60" fmla="*/ 5057626 w 10020924"/>
              <a:gd name="connsiteY60" fmla="*/ 686668 h 2041903"/>
              <a:gd name="connsiteX61" fmla="*/ 4717895 w 10020924"/>
              <a:gd name="connsiteY61" fmla="*/ 686668 h 2041903"/>
              <a:gd name="connsiteX62" fmla="*/ 3721291 w 10020924"/>
              <a:gd name="connsiteY62" fmla="*/ 463851 h 2041903"/>
              <a:gd name="connsiteX63" fmla="*/ 4641430 w 10020924"/>
              <a:gd name="connsiteY63" fmla="*/ 463851 h 2041903"/>
              <a:gd name="connsiteX64" fmla="*/ 4641430 w 10020924"/>
              <a:gd name="connsiteY64" fmla="*/ 686668 h 2041903"/>
              <a:gd name="connsiteX65" fmla="*/ 4301654 w 10020924"/>
              <a:gd name="connsiteY65" fmla="*/ 686668 h 2041903"/>
              <a:gd name="connsiteX66" fmla="*/ 4301654 w 10020924"/>
              <a:gd name="connsiteY66" fmla="*/ 1522955 h 2041903"/>
              <a:gd name="connsiteX67" fmla="*/ 4061067 w 10020924"/>
              <a:gd name="connsiteY67" fmla="*/ 1522955 h 2041903"/>
              <a:gd name="connsiteX68" fmla="*/ 4061067 w 10020924"/>
              <a:gd name="connsiteY68" fmla="*/ 686668 h 2041903"/>
              <a:gd name="connsiteX69" fmla="*/ 3721291 w 10020924"/>
              <a:gd name="connsiteY69" fmla="*/ 686668 h 2041903"/>
              <a:gd name="connsiteX70" fmla="*/ 2809822 w 10020924"/>
              <a:gd name="connsiteY70" fmla="*/ 452019 h 2041903"/>
              <a:gd name="connsiteX71" fmla="*/ 3016077 w 10020924"/>
              <a:gd name="connsiteY71" fmla="*/ 572753 h 2041903"/>
              <a:gd name="connsiteX72" fmla="*/ 3381948 w 10020924"/>
              <a:gd name="connsiteY72" fmla="*/ 1270566 h 2041903"/>
              <a:gd name="connsiteX73" fmla="*/ 3400240 w 10020924"/>
              <a:gd name="connsiteY73" fmla="*/ 1281756 h 2041903"/>
              <a:gd name="connsiteX74" fmla="*/ 3406134 w 10020924"/>
              <a:gd name="connsiteY74" fmla="*/ 1255736 h 2041903"/>
              <a:gd name="connsiteX75" fmla="*/ 3402657 w 10020924"/>
              <a:gd name="connsiteY75" fmla="*/ 1123946 h 2041903"/>
              <a:gd name="connsiteX76" fmla="*/ 3402657 w 10020924"/>
              <a:gd name="connsiteY76" fmla="*/ 463522 h 2041903"/>
              <a:gd name="connsiteX77" fmla="*/ 3639813 w 10020924"/>
              <a:gd name="connsiteY77" fmla="*/ 463522 h 2041903"/>
              <a:gd name="connsiteX78" fmla="*/ 3639813 w 10020924"/>
              <a:gd name="connsiteY78" fmla="*/ 1255333 h 2041903"/>
              <a:gd name="connsiteX79" fmla="*/ 3425426 w 10020924"/>
              <a:gd name="connsiteY79" fmla="*/ 1534727 h 2041903"/>
              <a:gd name="connsiteX80" fmla="*/ 3219125 w 10020924"/>
              <a:gd name="connsiteY80" fmla="*/ 1413949 h 2041903"/>
              <a:gd name="connsiteX81" fmla="*/ 2853165 w 10020924"/>
              <a:gd name="connsiteY81" fmla="*/ 716135 h 2041903"/>
              <a:gd name="connsiteX82" fmla="*/ 2834887 w 10020924"/>
              <a:gd name="connsiteY82" fmla="*/ 704930 h 2041903"/>
              <a:gd name="connsiteX83" fmla="*/ 2829009 w 10020924"/>
              <a:gd name="connsiteY83" fmla="*/ 730980 h 2041903"/>
              <a:gd name="connsiteX84" fmla="*/ 2832590 w 10020924"/>
              <a:gd name="connsiteY84" fmla="*/ 862725 h 2041903"/>
              <a:gd name="connsiteX85" fmla="*/ 2832590 w 10020924"/>
              <a:gd name="connsiteY85" fmla="*/ 1523194 h 2041903"/>
              <a:gd name="connsiteX86" fmla="*/ 2595360 w 10020924"/>
              <a:gd name="connsiteY86" fmla="*/ 1523194 h 2041903"/>
              <a:gd name="connsiteX87" fmla="*/ 2595360 w 10020924"/>
              <a:gd name="connsiteY87" fmla="*/ 731368 h 2041903"/>
              <a:gd name="connsiteX88" fmla="*/ 2809822 w 10020924"/>
              <a:gd name="connsiteY88" fmla="*/ 452019 h 2041903"/>
              <a:gd name="connsiteX89" fmla="*/ 1079247 w 10020924"/>
              <a:gd name="connsiteY89" fmla="*/ 330967 h 2041903"/>
              <a:gd name="connsiteX90" fmla="*/ 952084 w 10020924"/>
              <a:gd name="connsiteY90" fmla="*/ 465588 h 2041903"/>
              <a:gd name="connsiteX91" fmla="*/ 887125 w 10020924"/>
              <a:gd name="connsiteY91" fmla="*/ 684091 h 2041903"/>
              <a:gd name="connsiteX92" fmla="*/ 940315 w 10020924"/>
              <a:gd name="connsiteY92" fmla="*/ 833769 h 2041903"/>
              <a:gd name="connsiteX93" fmla="*/ 1079206 w 10020924"/>
              <a:gd name="connsiteY93" fmla="*/ 894946 h 2041903"/>
              <a:gd name="connsiteX94" fmla="*/ 1218097 w 10020924"/>
              <a:gd name="connsiteY94" fmla="*/ 833769 h 2041903"/>
              <a:gd name="connsiteX95" fmla="*/ 1271286 w 10020924"/>
              <a:gd name="connsiteY95" fmla="*/ 684091 h 2041903"/>
              <a:gd name="connsiteX96" fmla="*/ 1206328 w 10020924"/>
              <a:gd name="connsiteY96" fmla="*/ 465588 h 2041903"/>
              <a:gd name="connsiteX97" fmla="*/ 1079247 w 10020924"/>
              <a:gd name="connsiteY97" fmla="*/ 330967 h 2041903"/>
              <a:gd name="connsiteX98" fmla="*/ 805966 w 10020924"/>
              <a:gd name="connsiteY98" fmla="*/ 263259 h 2041903"/>
              <a:gd name="connsiteX99" fmla="*/ 446364 w 10020924"/>
              <a:gd name="connsiteY99" fmla="*/ 449558 h 2041903"/>
              <a:gd name="connsiteX100" fmla="*/ 316290 w 10020924"/>
              <a:gd name="connsiteY100" fmla="*/ 671430 h 2041903"/>
              <a:gd name="connsiteX101" fmla="*/ 265280 w 10020924"/>
              <a:gd name="connsiteY101" fmla="*/ 958605 h 2041903"/>
              <a:gd name="connsiteX102" fmla="*/ 329833 w 10020924"/>
              <a:gd name="connsiteY102" fmla="*/ 1280240 h 2041903"/>
              <a:gd name="connsiteX103" fmla="*/ 505249 w 10020924"/>
              <a:gd name="connsiteY103" fmla="*/ 1539802 h 2041903"/>
              <a:gd name="connsiteX104" fmla="*/ 764163 w 10020924"/>
              <a:gd name="connsiteY104" fmla="*/ 1713204 h 2041903"/>
              <a:gd name="connsiteX105" fmla="*/ 1079208 w 10020924"/>
              <a:gd name="connsiteY105" fmla="*/ 1776358 h 2041903"/>
              <a:gd name="connsiteX106" fmla="*/ 1394254 w 10020924"/>
              <a:gd name="connsiteY106" fmla="*/ 1713204 h 2041903"/>
              <a:gd name="connsiteX107" fmla="*/ 1653167 w 10020924"/>
              <a:gd name="connsiteY107" fmla="*/ 1539802 h 2041903"/>
              <a:gd name="connsiteX108" fmla="*/ 1828584 w 10020924"/>
              <a:gd name="connsiteY108" fmla="*/ 1280240 h 2041903"/>
              <a:gd name="connsiteX109" fmla="*/ 1893137 w 10020924"/>
              <a:gd name="connsiteY109" fmla="*/ 958605 h 2041903"/>
              <a:gd name="connsiteX110" fmla="*/ 1843297 w 10020924"/>
              <a:gd name="connsiteY110" fmla="*/ 674433 h 2041903"/>
              <a:gd name="connsiteX111" fmla="*/ 1715171 w 10020924"/>
              <a:gd name="connsiteY111" fmla="*/ 452650 h 2041903"/>
              <a:gd name="connsiteX112" fmla="*/ 1352451 w 10020924"/>
              <a:gd name="connsiteY112" fmla="*/ 263259 h 2041903"/>
              <a:gd name="connsiteX113" fmla="*/ 1489332 w 10020924"/>
              <a:gd name="connsiteY113" fmla="*/ 469668 h 2041903"/>
              <a:gd name="connsiteX114" fmla="*/ 1533501 w 10020924"/>
              <a:gd name="connsiteY114" fmla="*/ 697463 h 2041903"/>
              <a:gd name="connsiteX115" fmla="*/ 1395669 w 10020924"/>
              <a:gd name="connsiteY115" fmla="*/ 1031243 h 2041903"/>
              <a:gd name="connsiteX116" fmla="*/ 1079208 w 10020924"/>
              <a:gd name="connsiteY116" fmla="*/ 1160853 h 2041903"/>
              <a:gd name="connsiteX117" fmla="*/ 762748 w 10020924"/>
              <a:gd name="connsiteY117" fmla="*/ 1031243 h 2041903"/>
              <a:gd name="connsiteX118" fmla="*/ 624916 w 10020924"/>
              <a:gd name="connsiteY118" fmla="*/ 697463 h 2041903"/>
              <a:gd name="connsiteX119" fmla="*/ 673201 w 10020924"/>
              <a:gd name="connsiteY119" fmla="*/ 463015 h 2041903"/>
              <a:gd name="connsiteX120" fmla="*/ 805966 w 10020924"/>
              <a:gd name="connsiteY120" fmla="*/ 263259 h 2041903"/>
              <a:gd name="connsiteX121" fmla="*/ 817834 w 10020924"/>
              <a:gd name="connsiteY121" fmla="*/ 0 h 2041903"/>
              <a:gd name="connsiteX122" fmla="*/ 963091 w 10020924"/>
              <a:gd name="connsiteY122" fmla="*/ 14770 h 2041903"/>
              <a:gd name="connsiteX123" fmla="*/ 1079167 w 10020924"/>
              <a:gd name="connsiteY123" fmla="*/ 48893 h 2041903"/>
              <a:gd name="connsiteX124" fmla="*/ 1194646 w 10020924"/>
              <a:gd name="connsiteY124" fmla="*/ 14436 h 2041903"/>
              <a:gd name="connsiteX125" fmla="*/ 1340583 w 10020924"/>
              <a:gd name="connsiteY125" fmla="*/ 0 h 2041903"/>
              <a:gd name="connsiteX126" fmla="*/ 1649693 w 10020924"/>
              <a:gd name="connsiteY126" fmla="*/ 72213 h 2041903"/>
              <a:gd name="connsiteX127" fmla="*/ 1910677 w 10020924"/>
              <a:gd name="connsiteY127" fmla="*/ 272891 h 2041903"/>
              <a:gd name="connsiteX128" fmla="*/ 2091072 w 10020924"/>
              <a:gd name="connsiteY128" fmla="*/ 578096 h 2041903"/>
              <a:gd name="connsiteX129" fmla="*/ 2158417 w 10020924"/>
              <a:gd name="connsiteY129" fmla="*/ 963886 h 2041903"/>
              <a:gd name="connsiteX130" fmla="*/ 2071704 w 10020924"/>
              <a:gd name="connsiteY130" fmla="*/ 1388805 h 2041903"/>
              <a:gd name="connsiteX131" fmla="*/ 1837251 w 10020924"/>
              <a:gd name="connsiteY131" fmla="*/ 1730875 h 2041903"/>
              <a:gd name="connsiteX132" fmla="*/ 1493585 w 10020924"/>
              <a:gd name="connsiteY132" fmla="*/ 1958956 h 2041903"/>
              <a:gd name="connsiteX133" fmla="*/ 1079208 w 10020924"/>
              <a:gd name="connsiteY133" fmla="*/ 2041903 h 2041903"/>
              <a:gd name="connsiteX134" fmla="*/ 664832 w 10020924"/>
              <a:gd name="connsiteY134" fmla="*/ 1958956 h 2041903"/>
              <a:gd name="connsiteX135" fmla="*/ 321166 w 10020924"/>
              <a:gd name="connsiteY135" fmla="*/ 1730875 h 2041903"/>
              <a:gd name="connsiteX136" fmla="*/ 86713 w 10020924"/>
              <a:gd name="connsiteY136" fmla="*/ 1388805 h 2041903"/>
              <a:gd name="connsiteX137" fmla="*/ 0 w 10020924"/>
              <a:gd name="connsiteY137" fmla="*/ 963886 h 2041903"/>
              <a:gd name="connsiteX138" fmla="*/ 67345 w 10020924"/>
              <a:gd name="connsiteY138" fmla="*/ 578096 h 2041903"/>
              <a:gd name="connsiteX139" fmla="*/ 247740 w 10020924"/>
              <a:gd name="connsiteY139" fmla="*/ 272891 h 2041903"/>
              <a:gd name="connsiteX140" fmla="*/ 508723 w 10020924"/>
              <a:gd name="connsiteY140" fmla="*/ 72213 h 2041903"/>
              <a:gd name="connsiteX141" fmla="*/ 817834 w 10020924"/>
              <a:gd name="connsiteY141" fmla="*/ 0 h 20419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</a:cxnLst>
            <a:rect l="l" t="t" r="r" b="b"/>
            <a:pathLst>
              <a:path w="10020924" h="2041903">
                <a:moveTo>
                  <a:pt x="9329240" y="1080290"/>
                </a:moveTo>
                <a:cubicBezTo>
                  <a:pt x="9292358" y="1080290"/>
                  <a:pt x="9251983" y="1096116"/>
                  <a:pt x="9251983" y="1187029"/>
                </a:cubicBezTo>
                <a:cubicBezTo>
                  <a:pt x="9251983" y="1277880"/>
                  <a:pt x="9292801" y="1296468"/>
                  <a:pt x="9329240" y="1296468"/>
                </a:cubicBezTo>
                <a:lnTo>
                  <a:pt x="9782722" y="1296468"/>
                </a:lnTo>
                <a:lnTo>
                  <a:pt x="9782722" y="1080290"/>
                </a:lnTo>
                <a:close/>
                <a:moveTo>
                  <a:pt x="7331825" y="1080290"/>
                </a:moveTo>
                <a:cubicBezTo>
                  <a:pt x="7294927" y="1080290"/>
                  <a:pt x="7254583" y="1096116"/>
                  <a:pt x="7254583" y="1187029"/>
                </a:cubicBezTo>
                <a:cubicBezTo>
                  <a:pt x="7254583" y="1277880"/>
                  <a:pt x="7295379" y="1296468"/>
                  <a:pt x="7331825" y="1296468"/>
                </a:cubicBezTo>
                <a:lnTo>
                  <a:pt x="7785307" y="1296468"/>
                </a:lnTo>
                <a:lnTo>
                  <a:pt x="7785307" y="1080290"/>
                </a:lnTo>
                <a:close/>
                <a:moveTo>
                  <a:pt x="6171264" y="689323"/>
                </a:moveTo>
                <a:lnTo>
                  <a:pt x="6171264" y="1297318"/>
                </a:lnTo>
                <a:lnTo>
                  <a:pt x="6558679" y="1297318"/>
                </a:lnTo>
                <a:cubicBezTo>
                  <a:pt x="6645146" y="1297318"/>
                  <a:pt x="6679368" y="1257837"/>
                  <a:pt x="6679368" y="1156413"/>
                </a:cubicBezTo>
                <a:lnTo>
                  <a:pt x="6679368" y="830244"/>
                </a:lnTo>
                <a:cubicBezTo>
                  <a:pt x="6679368" y="728827"/>
                  <a:pt x="6645146" y="689323"/>
                  <a:pt x="6558679" y="689323"/>
                </a:cubicBezTo>
                <a:close/>
                <a:moveTo>
                  <a:pt x="9072763" y="463851"/>
                </a:moveTo>
                <a:lnTo>
                  <a:pt x="9678449" y="463851"/>
                </a:lnTo>
                <a:cubicBezTo>
                  <a:pt x="9932730" y="463851"/>
                  <a:pt x="10020924" y="559816"/>
                  <a:pt x="10020924" y="826574"/>
                </a:cubicBezTo>
                <a:lnTo>
                  <a:pt x="10020924" y="1522671"/>
                </a:lnTo>
                <a:lnTo>
                  <a:pt x="9304207" y="1522671"/>
                </a:lnTo>
                <a:cubicBezTo>
                  <a:pt x="9111641" y="1522671"/>
                  <a:pt x="9015771" y="1435849"/>
                  <a:pt x="9015771" y="1219793"/>
                </a:cubicBezTo>
                <a:lnTo>
                  <a:pt x="9015771" y="1169781"/>
                </a:lnTo>
                <a:cubicBezTo>
                  <a:pt x="9015771" y="959714"/>
                  <a:pt x="9108248" y="866738"/>
                  <a:pt x="9294061" y="866738"/>
                </a:cubicBezTo>
                <a:lnTo>
                  <a:pt x="9782829" y="866738"/>
                </a:lnTo>
                <a:cubicBezTo>
                  <a:pt x="9782829" y="858122"/>
                  <a:pt x="9782707" y="829861"/>
                  <a:pt x="9782707" y="829349"/>
                </a:cubicBezTo>
                <a:cubicBezTo>
                  <a:pt x="9782707" y="727955"/>
                  <a:pt x="9749047" y="688428"/>
                  <a:pt x="9662481" y="688428"/>
                </a:cubicBezTo>
                <a:lnTo>
                  <a:pt x="9072763" y="688428"/>
                </a:lnTo>
                <a:close/>
                <a:moveTo>
                  <a:pt x="8071817" y="463851"/>
                </a:moveTo>
                <a:lnTo>
                  <a:pt x="8991911" y="463851"/>
                </a:lnTo>
                <a:lnTo>
                  <a:pt x="8991911" y="686668"/>
                </a:lnTo>
                <a:lnTo>
                  <a:pt x="8652240" y="686668"/>
                </a:lnTo>
                <a:lnTo>
                  <a:pt x="8652240" y="1522955"/>
                </a:lnTo>
                <a:lnTo>
                  <a:pt x="8411534" y="1522955"/>
                </a:lnTo>
                <a:lnTo>
                  <a:pt x="8411534" y="686668"/>
                </a:lnTo>
                <a:lnTo>
                  <a:pt x="8071817" y="686668"/>
                </a:lnTo>
                <a:close/>
                <a:moveTo>
                  <a:pt x="7075333" y="463851"/>
                </a:moveTo>
                <a:lnTo>
                  <a:pt x="7681075" y="463851"/>
                </a:lnTo>
                <a:cubicBezTo>
                  <a:pt x="7935303" y="463851"/>
                  <a:pt x="8023424" y="559816"/>
                  <a:pt x="8023417" y="826574"/>
                </a:cubicBezTo>
                <a:lnTo>
                  <a:pt x="8023417" y="1522671"/>
                </a:lnTo>
                <a:lnTo>
                  <a:pt x="7306759" y="1522671"/>
                </a:lnTo>
                <a:cubicBezTo>
                  <a:pt x="7114170" y="1522671"/>
                  <a:pt x="7018293" y="1435849"/>
                  <a:pt x="7018293" y="1219793"/>
                </a:cubicBezTo>
                <a:lnTo>
                  <a:pt x="7018293" y="1169781"/>
                </a:lnTo>
                <a:cubicBezTo>
                  <a:pt x="7018293" y="959714"/>
                  <a:pt x="7110792" y="866738"/>
                  <a:pt x="7296628" y="866738"/>
                </a:cubicBezTo>
                <a:lnTo>
                  <a:pt x="7785307" y="866738"/>
                </a:lnTo>
                <a:lnTo>
                  <a:pt x="7785307" y="829349"/>
                </a:lnTo>
                <a:cubicBezTo>
                  <a:pt x="7785307" y="727955"/>
                  <a:pt x="7751547" y="688428"/>
                  <a:pt x="7665080" y="688428"/>
                </a:cubicBezTo>
                <a:lnTo>
                  <a:pt x="7075333" y="688428"/>
                </a:lnTo>
                <a:close/>
                <a:moveTo>
                  <a:pt x="5930572" y="463851"/>
                </a:moveTo>
                <a:lnTo>
                  <a:pt x="6574718" y="463851"/>
                </a:lnTo>
                <a:cubicBezTo>
                  <a:pt x="6817412" y="463851"/>
                  <a:pt x="6925013" y="557409"/>
                  <a:pt x="6925013" y="834884"/>
                </a:cubicBezTo>
                <a:lnTo>
                  <a:pt x="6925013" y="1151743"/>
                </a:lnTo>
                <a:cubicBezTo>
                  <a:pt x="6925013" y="1394650"/>
                  <a:pt x="6843589" y="1522671"/>
                  <a:pt x="6585968" y="1522671"/>
                </a:cubicBezTo>
                <a:lnTo>
                  <a:pt x="5930572" y="1522671"/>
                </a:lnTo>
                <a:close/>
                <a:moveTo>
                  <a:pt x="4717895" y="463851"/>
                </a:moveTo>
                <a:lnTo>
                  <a:pt x="5638093" y="463851"/>
                </a:lnTo>
                <a:lnTo>
                  <a:pt x="5638093" y="686668"/>
                </a:lnTo>
                <a:lnTo>
                  <a:pt x="5298318" y="686668"/>
                </a:lnTo>
                <a:lnTo>
                  <a:pt x="5298318" y="1522955"/>
                </a:lnTo>
                <a:lnTo>
                  <a:pt x="5057626" y="1522955"/>
                </a:lnTo>
                <a:lnTo>
                  <a:pt x="5057626" y="686668"/>
                </a:lnTo>
                <a:lnTo>
                  <a:pt x="4717895" y="686668"/>
                </a:lnTo>
                <a:close/>
                <a:moveTo>
                  <a:pt x="3721291" y="463851"/>
                </a:moveTo>
                <a:lnTo>
                  <a:pt x="4641430" y="463851"/>
                </a:lnTo>
                <a:lnTo>
                  <a:pt x="4641430" y="686668"/>
                </a:lnTo>
                <a:lnTo>
                  <a:pt x="4301654" y="686668"/>
                </a:lnTo>
                <a:lnTo>
                  <a:pt x="4301654" y="1522955"/>
                </a:lnTo>
                <a:lnTo>
                  <a:pt x="4061067" y="1522955"/>
                </a:lnTo>
                <a:lnTo>
                  <a:pt x="4061067" y="686668"/>
                </a:lnTo>
                <a:lnTo>
                  <a:pt x="3721291" y="686668"/>
                </a:lnTo>
                <a:close/>
                <a:moveTo>
                  <a:pt x="2809822" y="452019"/>
                </a:moveTo>
                <a:cubicBezTo>
                  <a:pt x="2915562" y="452019"/>
                  <a:pt x="2970732" y="501487"/>
                  <a:pt x="3016077" y="572753"/>
                </a:cubicBezTo>
                <a:cubicBezTo>
                  <a:pt x="3055320" y="634446"/>
                  <a:pt x="3376830" y="1260842"/>
                  <a:pt x="3381948" y="1270566"/>
                </a:cubicBezTo>
                <a:cubicBezTo>
                  <a:pt x="3386677" y="1279328"/>
                  <a:pt x="3393442" y="1285729"/>
                  <a:pt x="3400240" y="1281756"/>
                </a:cubicBezTo>
                <a:cubicBezTo>
                  <a:pt x="3406237" y="1278349"/>
                  <a:pt x="3406646" y="1267378"/>
                  <a:pt x="3406134" y="1255736"/>
                </a:cubicBezTo>
                <a:cubicBezTo>
                  <a:pt x="3405492" y="1241619"/>
                  <a:pt x="3402657" y="1171378"/>
                  <a:pt x="3402657" y="1123946"/>
                </a:cubicBezTo>
                <a:lnTo>
                  <a:pt x="3402657" y="463522"/>
                </a:lnTo>
                <a:lnTo>
                  <a:pt x="3639813" y="463522"/>
                </a:lnTo>
                <a:lnTo>
                  <a:pt x="3639813" y="1255333"/>
                </a:lnTo>
                <a:cubicBezTo>
                  <a:pt x="3639813" y="1491113"/>
                  <a:pt x="3523557" y="1534727"/>
                  <a:pt x="3425426" y="1534727"/>
                </a:cubicBezTo>
                <a:cubicBezTo>
                  <a:pt x="3319670" y="1534727"/>
                  <a:pt x="3264509" y="1485221"/>
                  <a:pt x="3219125" y="1413949"/>
                </a:cubicBezTo>
                <a:cubicBezTo>
                  <a:pt x="3155813" y="1314503"/>
                  <a:pt x="2857763" y="724966"/>
                  <a:pt x="2853165" y="716135"/>
                </a:cubicBezTo>
                <a:cubicBezTo>
                  <a:pt x="2848558" y="707335"/>
                  <a:pt x="2841793" y="701034"/>
                  <a:pt x="2834887" y="704930"/>
                </a:cubicBezTo>
                <a:cubicBezTo>
                  <a:pt x="2829005" y="708344"/>
                  <a:pt x="2828497" y="719338"/>
                  <a:pt x="2829009" y="730980"/>
                </a:cubicBezTo>
                <a:cubicBezTo>
                  <a:pt x="2829628" y="745090"/>
                  <a:pt x="2832590" y="815378"/>
                  <a:pt x="2832590" y="862725"/>
                </a:cubicBezTo>
                <a:lnTo>
                  <a:pt x="2832590" y="1523194"/>
                </a:lnTo>
                <a:lnTo>
                  <a:pt x="2595360" y="1523194"/>
                </a:lnTo>
                <a:lnTo>
                  <a:pt x="2595360" y="731368"/>
                </a:lnTo>
                <a:cubicBezTo>
                  <a:pt x="2595360" y="495611"/>
                  <a:pt x="2711606" y="452019"/>
                  <a:pt x="2809822" y="452019"/>
                </a:cubicBezTo>
                <a:close/>
                <a:moveTo>
                  <a:pt x="1079247" y="330967"/>
                </a:moveTo>
                <a:cubicBezTo>
                  <a:pt x="1039101" y="354484"/>
                  <a:pt x="989740" y="403598"/>
                  <a:pt x="952084" y="465588"/>
                </a:cubicBezTo>
                <a:cubicBezTo>
                  <a:pt x="914427" y="527577"/>
                  <a:pt x="887125" y="603548"/>
                  <a:pt x="887125" y="684091"/>
                </a:cubicBezTo>
                <a:cubicBezTo>
                  <a:pt x="887125" y="743091"/>
                  <a:pt x="906578" y="795805"/>
                  <a:pt x="940315" y="833769"/>
                </a:cubicBezTo>
                <a:cubicBezTo>
                  <a:pt x="974052" y="871732"/>
                  <a:pt x="1022072" y="894946"/>
                  <a:pt x="1079206" y="894946"/>
                </a:cubicBezTo>
                <a:cubicBezTo>
                  <a:pt x="1136340" y="894946"/>
                  <a:pt x="1184360" y="871732"/>
                  <a:pt x="1218097" y="833769"/>
                </a:cubicBezTo>
                <a:cubicBezTo>
                  <a:pt x="1251833" y="795805"/>
                  <a:pt x="1271286" y="743091"/>
                  <a:pt x="1271286" y="684091"/>
                </a:cubicBezTo>
                <a:cubicBezTo>
                  <a:pt x="1271286" y="603548"/>
                  <a:pt x="1243984" y="527577"/>
                  <a:pt x="1206328" y="465588"/>
                </a:cubicBezTo>
                <a:cubicBezTo>
                  <a:pt x="1168672" y="403598"/>
                  <a:pt x="1110735" y="347874"/>
                  <a:pt x="1079247" y="330967"/>
                </a:cubicBezTo>
                <a:close/>
                <a:moveTo>
                  <a:pt x="805966" y="263259"/>
                </a:moveTo>
                <a:cubicBezTo>
                  <a:pt x="686954" y="257894"/>
                  <a:pt x="551782" y="326830"/>
                  <a:pt x="446364" y="449558"/>
                </a:cubicBezTo>
                <a:cubicBezTo>
                  <a:pt x="393654" y="510922"/>
                  <a:pt x="348383" y="585734"/>
                  <a:pt x="316290" y="671430"/>
                </a:cubicBezTo>
                <a:cubicBezTo>
                  <a:pt x="284196" y="757125"/>
                  <a:pt x="265280" y="853705"/>
                  <a:pt x="265280" y="958605"/>
                </a:cubicBezTo>
                <a:cubicBezTo>
                  <a:pt x="265280" y="1073486"/>
                  <a:pt x="288318" y="1182036"/>
                  <a:pt x="329833" y="1280240"/>
                </a:cubicBezTo>
                <a:cubicBezTo>
                  <a:pt x="371348" y="1378444"/>
                  <a:pt x="431341" y="1466303"/>
                  <a:pt x="505249" y="1539802"/>
                </a:cubicBezTo>
                <a:cubicBezTo>
                  <a:pt x="579158" y="1613301"/>
                  <a:pt x="666983" y="1672440"/>
                  <a:pt x="764163" y="1713204"/>
                </a:cubicBezTo>
                <a:cubicBezTo>
                  <a:pt x="861343" y="1753969"/>
                  <a:pt x="967878" y="1776358"/>
                  <a:pt x="1079208" y="1776358"/>
                </a:cubicBezTo>
                <a:cubicBezTo>
                  <a:pt x="1190538" y="1776358"/>
                  <a:pt x="1297074" y="1753969"/>
                  <a:pt x="1394254" y="1713204"/>
                </a:cubicBezTo>
                <a:cubicBezTo>
                  <a:pt x="1491434" y="1672440"/>
                  <a:pt x="1579259" y="1613301"/>
                  <a:pt x="1653167" y="1539802"/>
                </a:cubicBezTo>
                <a:cubicBezTo>
                  <a:pt x="1727076" y="1466303"/>
                  <a:pt x="1787068" y="1378444"/>
                  <a:pt x="1828584" y="1280240"/>
                </a:cubicBezTo>
                <a:cubicBezTo>
                  <a:pt x="1870099" y="1182036"/>
                  <a:pt x="1893137" y="1073486"/>
                  <a:pt x="1893137" y="958605"/>
                </a:cubicBezTo>
                <a:cubicBezTo>
                  <a:pt x="1893137" y="855344"/>
                  <a:pt x="1874740" y="759689"/>
                  <a:pt x="1843297" y="674433"/>
                </a:cubicBezTo>
                <a:cubicBezTo>
                  <a:pt x="1811852" y="589176"/>
                  <a:pt x="1767361" y="514318"/>
                  <a:pt x="1715171" y="452650"/>
                </a:cubicBezTo>
                <a:cubicBezTo>
                  <a:pt x="1610792" y="329313"/>
                  <a:pt x="1475621" y="258738"/>
                  <a:pt x="1352451" y="263259"/>
                </a:cubicBezTo>
                <a:cubicBezTo>
                  <a:pt x="1412945" y="322179"/>
                  <a:pt x="1458865" y="394141"/>
                  <a:pt x="1489332" y="469668"/>
                </a:cubicBezTo>
                <a:cubicBezTo>
                  <a:pt x="1519800" y="545194"/>
                  <a:pt x="1534815" y="624285"/>
                  <a:pt x="1533501" y="697463"/>
                </a:cubicBezTo>
                <a:cubicBezTo>
                  <a:pt x="1533501" y="833577"/>
                  <a:pt x="1479467" y="949424"/>
                  <a:pt x="1395669" y="1031243"/>
                </a:cubicBezTo>
                <a:cubicBezTo>
                  <a:pt x="1311871" y="1113062"/>
                  <a:pt x="1198308" y="1160853"/>
                  <a:pt x="1079208" y="1160853"/>
                </a:cubicBezTo>
                <a:cubicBezTo>
                  <a:pt x="960109" y="1160853"/>
                  <a:pt x="846546" y="1113062"/>
                  <a:pt x="762748" y="1031243"/>
                </a:cubicBezTo>
                <a:cubicBezTo>
                  <a:pt x="678950" y="949424"/>
                  <a:pt x="624916" y="833577"/>
                  <a:pt x="624916" y="697463"/>
                </a:cubicBezTo>
                <a:cubicBezTo>
                  <a:pt x="624916" y="618236"/>
                  <a:pt x="642018" y="537734"/>
                  <a:pt x="673201" y="463015"/>
                </a:cubicBezTo>
                <a:cubicBezTo>
                  <a:pt x="704383" y="388296"/>
                  <a:pt x="749646" y="319359"/>
                  <a:pt x="805966" y="263259"/>
                </a:cubicBezTo>
                <a:close/>
                <a:moveTo>
                  <a:pt x="817834" y="0"/>
                </a:moveTo>
                <a:cubicBezTo>
                  <a:pt x="866589" y="0"/>
                  <a:pt x="917272" y="5772"/>
                  <a:pt x="963091" y="14770"/>
                </a:cubicBezTo>
                <a:cubicBezTo>
                  <a:pt x="1008909" y="23768"/>
                  <a:pt x="1049865" y="35991"/>
                  <a:pt x="1079167" y="48893"/>
                </a:cubicBezTo>
                <a:cubicBezTo>
                  <a:pt x="1107617" y="35545"/>
                  <a:pt x="1148593" y="23322"/>
                  <a:pt x="1194646" y="14436"/>
                </a:cubicBezTo>
                <a:cubicBezTo>
                  <a:pt x="1240699" y="5549"/>
                  <a:pt x="1291827" y="0"/>
                  <a:pt x="1340583" y="0"/>
                </a:cubicBezTo>
                <a:cubicBezTo>
                  <a:pt x="1448034" y="0"/>
                  <a:pt x="1552874" y="25401"/>
                  <a:pt x="1649693" y="72213"/>
                </a:cubicBezTo>
                <a:cubicBezTo>
                  <a:pt x="1746513" y="119025"/>
                  <a:pt x="1835310" y="187248"/>
                  <a:pt x="1910677" y="272891"/>
                </a:cubicBezTo>
                <a:cubicBezTo>
                  <a:pt x="1986043" y="358535"/>
                  <a:pt x="2047978" y="461600"/>
                  <a:pt x="2091072" y="578096"/>
                </a:cubicBezTo>
                <a:cubicBezTo>
                  <a:pt x="2134165" y="694592"/>
                  <a:pt x="2158417" y="824518"/>
                  <a:pt x="2158417" y="963886"/>
                </a:cubicBezTo>
                <a:cubicBezTo>
                  <a:pt x="2158417" y="1115873"/>
                  <a:pt x="2127372" y="1259243"/>
                  <a:pt x="2071704" y="1388805"/>
                </a:cubicBezTo>
                <a:cubicBezTo>
                  <a:pt x="2016036" y="1518366"/>
                  <a:pt x="1935744" y="1634120"/>
                  <a:pt x="1837251" y="1730875"/>
                </a:cubicBezTo>
                <a:cubicBezTo>
                  <a:pt x="1738759" y="1827631"/>
                  <a:pt x="1622064" y="1905388"/>
                  <a:pt x="1493585" y="1958956"/>
                </a:cubicBezTo>
                <a:cubicBezTo>
                  <a:pt x="1365105" y="2012524"/>
                  <a:pt x="1224841" y="2041903"/>
                  <a:pt x="1079208" y="2041903"/>
                </a:cubicBezTo>
                <a:cubicBezTo>
                  <a:pt x="933576" y="2041903"/>
                  <a:pt x="793312" y="2012524"/>
                  <a:pt x="664832" y="1958956"/>
                </a:cubicBezTo>
                <a:cubicBezTo>
                  <a:pt x="536353" y="1905388"/>
                  <a:pt x="419658" y="1827631"/>
                  <a:pt x="321166" y="1730875"/>
                </a:cubicBezTo>
                <a:cubicBezTo>
                  <a:pt x="222673" y="1634120"/>
                  <a:pt x="142381" y="1518366"/>
                  <a:pt x="86713" y="1388805"/>
                </a:cubicBezTo>
                <a:cubicBezTo>
                  <a:pt x="31045" y="1259243"/>
                  <a:pt x="0" y="1115873"/>
                  <a:pt x="0" y="963886"/>
                </a:cubicBezTo>
                <a:cubicBezTo>
                  <a:pt x="0" y="824518"/>
                  <a:pt x="24252" y="694592"/>
                  <a:pt x="67345" y="578096"/>
                </a:cubicBezTo>
                <a:cubicBezTo>
                  <a:pt x="110439" y="461600"/>
                  <a:pt x="172374" y="358535"/>
                  <a:pt x="247740" y="272891"/>
                </a:cubicBezTo>
                <a:cubicBezTo>
                  <a:pt x="323106" y="187248"/>
                  <a:pt x="411904" y="119025"/>
                  <a:pt x="508723" y="72213"/>
                </a:cubicBezTo>
                <a:cubicBezTo>
                  <a:pt x="605542" y="25401"/>
                  <a:pt x="710382" y="0"/>
                  <a:pt x="817834" y="0"/>
                </a:cubicBezTo>
                <a:close/>
              </a:path>
            </a:pathLst>
          </a:custGeom>
          <a:solidFill>
            <a:srgbClr val="0072BC"/>
          </a:solidFill>
          <a:ln w="7639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88749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30" r:id="rId1"/>
    <p:sldLayoutId id="2147484231" r:id="rId2"/>
    <p:sldLayoutId id="2147484232" r:id="rId3"/>
    <p:sldLayoutId id="2147484233" r:id="rId4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2000" kern="1200" dirty="0">
          <a:solidFill>
            <a:schemeClr val="bg2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7013" indent="-227013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798513" indent="-28575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–"/>
        <a:defRPr sz="20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200150" indent="-22860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712913" indent="-28575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–"/>
        <a:defRPr sz="20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114550" indent="-22860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Date">
            <a:extLst>
              <a:ext uri="{FF2B5EF4-FFF2-40B4-BE49-F238E27FC236}">
                <a16:creationId xmlns:a16="http://schemas.microsoft.com/office/drawing/2014/main" id="{933C1A37-ACD8-D48C-2A9C-184E81D40FA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400800"/>
            <a:ext cx="914400" cy="304393"/>
          </a:xfrm>
          <a:prstGeom prst="rect">
            <a:avLst/>
          </a:prstGeom>
          <a:ln w="3175">
            <a:noFill/>
          </a:ln>
        </p:spPr>
        <p:txBody>
          <a:bodyPr vert="horz" lIns="0" tIns="0" rIns="0" bIns="0" rtlCol="0" anchor="ctr"/>
          <a:lstStyle>
            <a:lvl1pPr algn="l">
              <a:defRPr sz="800">
                <a:solidFill>
                  <a:srgbClr val="050D24"/>
                </a:solidFill>
              </a:defRPr>
            </a:lvl1pPr>
          </a:lstStyle>
          <a:p>
            <a:r>
              <a:rPr lang="en-US" noProof="0" dirty="0"/>
              <a:t>November 2025</a:t>
            </a:r>
          </a:p>
        </p:txBody>
      </p:sp>
      <p:sp>
        <p:nvSpPr>
          <p:cNvPr id="17" name="Legal">
            <a:extLst>
              <a:ext uri="{FF2B5EF4-FFF2-40B4-BE49-F238E27FC236}">
                <a16:creationId xmlns:a16="http://schemas.microsoft.com/office/drawing/2014/main" id="{BDF70361-4B6B-3910-FF6C-ECC5D8C51D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71599" y="6400800"/>
            <a:ext cx="4114801" cy="304394"/>
          </a:xfrm>
          <a:prstGeom prst="rect">
            <a:avLst/>
          </a:prstGeom>
          <a:ln w="3175">
            <a:noFill/>
          </a:ln>
        </p:spPr>
        <p:txBody>
          <a:bodyPr vert="horz" lIns="0" tIns="0" rIns="0" bIns="0" rtlCol="0" anchor="ctr"/>
          <a:lstStyle>
            <a:lvl1pPr algn="l">
              <a:defRPr sz="800" b="0" i="0">
                <a:solidFill>
                  <a:srgbClr val="050D24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 noProof="0"/>
              <a:t>NTT DATA, Inc.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CC985B73-0F18-F280-6DFA-98D9E7E3C5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2286000"/>
            <a:ext cx="7315200" cy="2667000"/>
          </a:xfrm>
          <a:prstGeom prst="rect">
            <a:avLst/>
          </a:prstGeom>
        </p:spPr>
        <p:txBody>
          <a:bodyPr vert="horz" lIns="0" tIns="0" rIns="0" bIns="45720" rtlCol="0" anchor="t">
            <a:noAutofit/>
          </a:bodyPr>
          <a:lstStyle/>
          <a:p>
            <a:r>
              <a:rPr lang="en-US" noProof="0"/>
              <a:t>Click to edit title</a:t>
            </a:r>
          </a:p>
        </p:txBody>
      </p:sp>
      <p:sp>
        <p:nvSpPr>
          <p:cNvPr id="3" name="Slide Number">
            <a:extLst>
              <a:ext uri="{FF2B5EF4-FFF2-40B4-BE49-F238E27FC236}">
                <a16:creationId xmlns:a16="http://schemas.microsoft.com/office/drawing/2014/main" id="{EDC08B3B-0173-8E52-C079-CC15406A82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562600" y="6400800"/>
            <a:ext cx="1066800" cy="304031"/>
          </a:xfrm>
          <a:prstGeom prst="rect">
            <a:avLst/>
          </a:prstGeom>
          <a:ln w="3175">
            <a:noFill/>
          </a:ln>
        </p:spPr>
        <p:txBody>
          <a:bodyPr lIns="0" tIns="0" rIns="0" bIns="0" anchor="ctr"/>
          <a:lstStyle>
            <a:lvl1pPr algn="ctr">
              <a:defRPr sz="800" b="0" i="0">
                <a:solidFill>
                  <a:srgbClr val="2E404D"/>
                </a:solidFill>
                <a:latin typeface="+mn-lt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fld id="{58D24BC2-2B9E-4076-8133-31C4983A0EB9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5" name="NTT DATA Global Logo">
            <a:extLst>
              <a:ext uri="{FF2B5EF4-FFF2-40B4-BE49-F238E27FC236}">
                <a16:creationId xmlns:a16="http://schemas.microsoft.com/office/drawing/2014/main" id="{ACF67C27-B40E-34F0-C726-29EAECB10D3A}"/>
              </a:ext>
            </a:extLst>
          </p:cNvPr>
          <p:cNvSpPr/>
          <p:nvPr userDrawn="1"/>
        </p:nvSpPr>
        <p:spPr bwMode="black">
          <a:xfrm>
            <a:off x="10588752" y="6428232"/>
            <a:ext cx="1211639" cy="246888"/>
          </a:xfrm>
          <a:custGeom>
            <a:avLst/>
            <a:gdLst>
              <a:gd name="connsiteX0" fmla="*/ 9329240 w 10020924"/>
              <a:gd name="connsiteY0" fmla="*/ 1080290 h 2041903"/>
              <a:gd name="connsiteX1" fmla="*/ 9251983 w 10020924"/>
              <a:gd name="connsiteY1" fmla="*/ 1187029 h 2041903"/>
              <a:gd name="connsiteX2" fmla="*/ 9329240 w 10020924"/>
              <a:gd name="connsiteY2" fmla="*/ 1296468 h 2041903"/>
              <a:gd name="connsiteX3" fmla="*/ 9782722 w 10020924"/>
              <a:gd name="connsiteY3" fmla="*/ 1296468 h 2041903"/>
              <a:gd name="connsiteX4" fmla="*/ 9782722 w 10020924"/>
              <a:gd name="connsiteY4" fmla="*/ 1080290 h 2041903"/>
              <a:gd name="connsiteX5" fmla="*/ 7331825 w 10020924"/>
              <a:gd name="connsiteY5" fmla="*/ 1080290 h 2041903"/>
              <a:gd name="connsiteX6" fmla="*/ 7254583 w 10020924"/>
              <a:gd name="connsiteY6" fmla="*/ 1187029 h 2041903"/>
              <a:gd name="connsiteX7" fmla="*/ 7331825 w 10020924"/>
              <a:gd name="connsiteY7" fmla="*/ 1296468 h 2041903"/>
              <a:gd name="connsiteX8" fmla="*/ 7785307 w 10020924"/>
              <a:gd name="connsiteY8" fmla="*/ 1296468 h 2041903"/>
              <a:gd name="connsiteX9" fmla="*/ 7785307 w 10020924"/>
              <a:gd name="connsiteY9" fmla="*/ 1080290 h 2041903"/>
              <a:gd name="connsiteX10" fmla="*/ 6171264 w 10020924"/>
              <a:gd name="connsiteY10" fmla="*/ 689323 h 2041903"/>
              <a:gd name="connsiteX11" fmla="*/ 6171264 w 10020924"/>
              <a:gd name="connsiteY11" fmla="*/ 1297318 h 2041903"/>
              <a:gd name="connsiteX12" fmla="*/ 6558679 w 10020924"/>
              <a:gd name="connsiteY12" fmla="*/ 1297318 h 2041903"/>
              <a:gd name="connsiteX13" fmla="*/ 6679368 w 10020924"/>
              <a:gd name="connsiteY13" fmla="*/ 1156413 h 2041903"/>
              <a:gd name="connsiteX14" fmla="*/ 6679368 w 10020924"/>
              <a:gd name="connsiteY14" fmla="*/ 830244 h 2041903"/>
              <a:gd name="connsiteX15" fmla="*/ 6558679 w 10020924"/>
              <a:gd name="connsiteY15" fmla="*/ 689323 h 2041903"/>
              <a:gd name="connsiteX16" fmla="*/ 9072763 w 10020924"/>
              <a:gd name="connsiteY16" fmla="*/ 463851 h 2041903"/>
              <a:gd name="connsiteX17" fmla="*/ 9678449 w 10020924"/>
              <a:gd name="connsiteY17" fmla="*/ 463851 h 2041903"/>
              <a:gd name="connsiteX18" fmla="*/ 10020924 w 10020924"/>
              <a:gd name="connsiteY18" fmla="*/ 826574 h 2041903"/>
              <a:gd name="connsiteX19" fmla="*/ 10020924 w 10020924"/>
              <a:gd name="connsiteY19" fmla="*/ 1522671 h 2041903"/>
              <a:gd name="connsiteX20" fmla="*/ 9304207 w 10020924"/>
              <a:gd name="connsiteY20" fmla="*/ 1522671 h 2041903"/>
              <a:gd name="connsiteX21" fmla="*/ 9015771 w 10020924"/>
              <a:gd name="connsiteY21" fmla="*/ 1219793 h 2041903"/>
              <a:gd name="connsiteX22" fmla="*/ 9015771 w 10020924"/>
              <a:gd name="connsiteY22" fmla="*/ 1169781 h 2041903"/>
              <a:gd name="connsiteX23" fmla="*/ 9294061 w 10020924"/>
              <a:gd name="connsiteY23" fmla="*/ 866738 h 2041903"/>
              <a:gd name="connsiteX24" fmla="*/ 9782829 w 10020924"/>
              <a:gd name="connsiteY24" fmla="*/ 866738 h 2041903"/>
              <a:gd name="connsiteX25" fmla="*/ 9782707 w 10020924"/>
              <a:gd name="connsiteY25" fmla="*/ 829349 h 2041903"/>
              <a:gd name="connsiteX26" fmla="*/ 9662481 w 10020924"/>
              <a:gd name="connsiteY26" fmla="*/ 688428 h 2041903"/>
              <a:gd name="connsiteX27" fmla="*/ 9072763 w 10020924"/>
              <a:gd name="connsiteY27" fmla="*/ 688428 h 2041903"/>
              <a:gd name="connsiteX28" fmla="*/ 8071817 w 10020924"/>
              <a:gd name="connsiteY28" fmla="*/ 463851 h 2041903"/>
              <a:gd name="connsiteX29" fmla="*/ 8991911 w 10020924"/>
              <a:gd name="connsiteY29" fmla="*/ 463851 h 2041903"/>
              <a:gd name="connsiteX30" fmla="*/ 8991911 w 10020924"/>
              <a:gd name="connsiteY30" fmla="*/ 686668 h 2041903"/>
              <a:gd name="connsiteX31" fmla="*/ 8652240 w 10020924"/>
              <a:gd name="connsiteY31" fmla="*/ 686668 h 2041903"/>
              <a:gd name="connsiteX32" fmla="*/ 8652240 w 10020924"/>
              <a:gd name="connsiteY32" fmla="*/ 1522955 h 2041903"/>
              <a:gd name="connsiteX33" fmla="*/ 8411534 w 10020924"/>
              <a:gd name="connsiteY33" fmla="*/ 1522955 h 2041903"/>
              <a:gd name="connsiteX34" fmla="*/ 8411534 w 10020924"/>
              <a:gd name="connsiteY34" fmla="*/ 686668 h 2041903"/>
              <a:gd name="connsiteX35" fmla="*/ 8071817 w 10020924"/>
              <a:gd name="connsiteY35" fmla="*/ 686668 h 2041903"/>
              <a:gd name="connsiteX36" fmla="*/ 7075333 w 10020924"/>
              <a:gd name="connsiteY36" fmla="*/ 463851 h 2041903"/>
              <a:gd name="connsiteX37" fmla="*/ 7681075 w 10020924"/>
              <a:gd name="connsiteY37" fmla="*/ 463851 h 2041903"/>
              <a:gd name="connsiteX38" fmla="*/ 8023417 w 10020924"/>
              <a:gd name="connsiteY38" fmla="*/ 826574 h 2041903"/>
              <a:gd name="connsiteX39" fmla="*/ 8023417 w 10020924"/>
              <a:gd name="connsiteY39" fmla="*/ 1522671 h 2041903"/>
              <a:gd name="connsiteX40" fmla="*/ 7306759 w 10020924"/>
              <a:gd name="connsiteY40" fmla="*/ 1522671 h 2041903"/>
              <a:gd name="connsiteX41" fmla="*/ 7018293 w 10020924"/>
              <a:gd name="connsiteY41" fmla="*/ 1219793 h 2041903"/>
              <a:gd name="connsiteX42" fmla="*/ 7018293 w 10020924"/>
              <a:gd name="connsiteY42" fmla="*/ 1169781 h 2041903"/>
              <a:gd name="connsiteX43" fmla="*/ 7296628 w 10020924"/>
              <a:gd name="connsiteY43" fmla="*/ 866738 h 2041903"/>
              <a:gd name="connsiteX44" fmla="*/ 7785307 w 10020924"/>
              <a:gd name="connsiteY44" fmla="*/ 866738 h 2041903"/>
              <a:gd name="connsiteX45" fmla="*/ 7785307 w 10020924"/>
              <a:gd name="connsiteY45" fmla="*/ 829349 h 2041903"/>
              <a:gd name="connsiteX46" fmla="*/ 7665080 w 10020924"/>
              <a:gd name="connsiteY46" fmla="*/ 688428 h 2041903"/>
              <a:gd name="connsiteX47" fmla="*/ 7075333 w 10020924"/>
              <a:gd name="connsiteY47" fmla="*/ 688428 h 2041903"/>
              <a:gd name="connsiteX48" fmla="*/ 5930572 w 10020924"/>
              <a:gd name="connsiteY48" fmla="*/ 463851 h 2041903"/>
              <a:gd name="connsiteX49" fmla="*/ 6574718 w 10020924"/>
              <a:gd name="connsiteY49" fmla="*/ 463851 h 2041903"/>
              <a:gd name="connsiteX50" fmla="*/ 6925013 w 10020924"/>
              <a:gd name="connsiteY50" fmla="*/ 834884 h 2041903"/>
              <a:gd name="connsiteX51" fmla="*/ 6925013 w 10020924"/>
              <a:gd name="connsiteY51" fmla="*/ 1151743 h 2041903"/>
              <a:gd name="connsiteX52" fmla="*/ 6585968 w 10020924"/>
              <a:gd name="connsiteY52" fmla="*/ 1522671 h 2041903"/>
              <a:gd name="connsiteX53" fmla="*/ 5930572 w 10020924"/>
              <a:gd name="connsiteY53" fmla="*/ 1522671 h 2041903"/>
              <a:gd name="connsiteX54" fmla="*/ 4717895 w 10020924"/>
              <a:gd name="connsiteY54" fmla="*/ 463851 h 2041903"/>
              <a:gd name="connsiteX55" fmla="*/ 5638093 w 10020924"/>
              <a:gd name="connsiteY55" fmla="*/ 463851 h 2041903"/>
              <a:gd name="connsiteX56" fmla="*/ 5638093 w 10020924"/>
              <a:gd name="connsiteY56" fmla="*/ 686668 h 2041903"/>
              <a:gd name="connsiteX57" fmla="*/ 5298318 w 10020924"/>
              <a:gd name="connsiteY57" fmla="*/ 686668 h 2041903"/>
              <a:gd name="connsiteX58" fmla="*/ 5298318 w 10020924"/>
              <a:gd name="connsiteY58" fmla="*/ 1522955 h 2041903"/>
              <a:gd name="connsiteX59" fmla="*/ 5057626 w 10020924"/>
              <a:gd name="connsiteY59" fmla="*/ 1522955 h 2041903"/>
              <a:gd name="connsiteX60" fmla="*/ 5057626 w 10020924"/>
              <a:gd name="connsiteY60" fmla="*/ 686668 h 2041903"/>
              <a:gd name="connsiteX61" fmla="*/ 4717895 w 10020924"/>
              <a:gd name="connsiteY61" fmla="*/ 686668 h 2041903"/>
              <a:gd name="connsiteX62" fmla="*/ 3721291 w 10020924"/>
              <a:gd name="connsiteY62" fmla="*/ 463851 h 2041903"/>
              <a:gd name="connsiteX63" fmla="*/ 4641430 w 10020924"/>
              <a:gd name="connsiteY63" fmla="*/ 463851 h 2041903"/>
              <a:gd name="connsiteX64" fmla="*/ 4641430 w 10020924"/>
              <a:gd name="connsiteY64" fmla="*/ 686668 h 2041903"/>
              <a:gd name="connsiteX65" fmla="*/ 4301654 w 10020924"/>
              <a:gd name="connsiteY65" fmla="*/ 686668 h 2041903"/>
              <a:gd name="connsiteX66" fmla="*/ 4301654 w 10020924"/>
              <a:gd name="connsiteY66" fmla="*/ 1522955 h 2041903"/>
              <a:gd name="connsiteX67" fmla="*/ 4061067 w 10020924"/>
              <a:gd name="connsiteY67" fmla="*/ 1522955 h 2041903"/>
              <a:gd name="connsiteX68" fmla="*/ 4061067 w 10020924"/>
              <a:gd name="connsiteY68" fmla="*/ 686668 h 2041903"/>
              <a:gd name="connsiteX69" fmla="*/ 3721291 w 10020924"/>
              <a:gd name="connsiteY69" fmla="*/ 686668 h 2041903"/>
              <a:gd name="connsiteX70" fmla="*/ 2809822 w 10020924"/>
              <a:gd name="connsiteY70" fmla="*/ 452019 h 2041903"/>
              <a:gd name="connsiteX71" fmla="*/ 3016077 w 10020924"/>
              <a:gd name="connsiteY71" fmla="*/ 572753 h 2041903"/>
              <a:gd name="connsiteX72" fmla="*/ 3381948 w 10020924"/>
              <a:gd name="connsiteY72" fmla="*/ 1270566 h 2041903"/>
              <a:gd name="connsiteX73" fmla="*/ 3400240 w 10020924"/>
              <a:gd name="connsiteY73" fmla="*/ 1281756 h 2041903"/>
              <a:gd name="connsiteX74" fmla="*/ 3406134 w 10020924"/>
              <a:gd name="connsiteY74" fmla="*/ 1255736 h 2041903"/>
              <a:gd name="connsiteX75" fmla="*/ 3402657 w 10020924"/>
              <a:gd name="connsiteY75" fmla="*/ 1123946 h 2041903"/>
              <a:gd name="connsiteX76" fmla="*/ 3402657 w 10020924"/>
              <a:gd name="connsiteY76" fmla="*/ 463522 h 2041903"/>
              <a:gd name="connsiteX77" fmla="*/ 3639813 w 10020924"/>
              <a:gd name="connsiteY77" fmla="*/ 463522 h 2041903"/>
              <a:gd name="connsiteX78" fmla="*/ 3639813 w 10020924"/>
              <a:gd name="connsiteY78" fmla="*/ 1255333 h 2041903"/>
              <a:gd name="connsiteX79" fmla="*/ 3425426 w 10020924"/>
              <a:gd name="connsiteY79" fmla="*/ 1534727 h 2041903"/>
              <a:gd name="connsiteX80" fmla="*/ 3219125 w 10020924"/>
              <a:gd name="connsiteY80" fmla="*/ 1413949 h 2041903"/>
              <a:gd name="connsiteX81" fmla="*/ 2853165 w 10020924"/>
              <a:gd name="connsiteY81" fmla="*/ 716135 h 2041903"/>
              <a:gd name="connsiteX82" fmla="*/ 2834887 w 10020924"/>
              <a:gd name="connsiteY82" fmla="*/ 704930 h 2041903"/>
              <a:gd name="connsiteX83" fmla="*/ 2829009 w 10020924"/>
              <a:gd name="connsiteY83" fmla="*/ 730980 h 2041903"/>
              <a:gd name="connsiteX84" fmla="*/ 2832590 w 10020924"/>
              <a:gd name="connsiteY84" fmla="*/ 862725 h 2041903"/>
              <a:gd name="connsiteX85" fmla="*/ 2832590 w 10020924"/>
              <a:gd name="connsiteY85" fmla="*/ 1523194 h 2041903"/>
              <a:gd name="connsiteX86" fmla="*/ 2595360 w 10020924"/>
              <a:gd name="connsiteY86" fmla="*/ 1523194 h 2041903"/>
              <a:gd name="connsiteX87" fmla="*/ 2595360 w 10020924"/>
              <a:gd name="connsiteY87" fmla="*/ 731368 h 2041903"/>
              <a:gd name="connsiteX88" fmla="*/ 2809822 w 10020924"/>
              <a:gd name="connsiteY88" fmla="*/ 452019 h 2041903"/>
              <a:gd name="connsiteX89" fmla="*/ 1079247 w 10020924"/>
              <a:gd name="connsiteY89" fmla="*/ 330967 h 2041903"/>
              <a:gd name="connsiteX90" fmla="*/ 952084 w 10020924"/>
              <a:gd name="connsiteY90" fmla="*/ 465588 h 2041903"/>
              <a:gd name="connsiteX91" fmla="*/ 887125 w 10020924"/>
              <a:gd name="connsiteY91" fmla="*/ 684091 h 2041903"/>
              <a:gd name="connsiteX92" fmla="*/ 940315 w 10020924"/>
              <a:gd name="connsiteY92" fmla="*/ 833769 h 2041903"/>
              <a:gd name="connsiteX93" fmla="*/ 1079206 w 10020924"/>
              <a:gd name="connsiteY93" fmla="*/ 894946 h 2041903"/>
              <a:gd name="connsiteX94" fmla="*/ 1218097 w 10020924"/>
              <a:gd name="connsiteY94" fmla="*/ 833769 h 2041903"/>
              <a:gd name="connsiteX95" fmla="*/ 1271286 w 10020924"/>
              <a:gd name="connsiteY95" fmla="*/ 684091 h 2041903"/>
              <a:gd name="connsiteX96" fmla="*/ 1206328 w 10020924"/>
              <a:gd name="connsiteY96" fmla="*/ 465588 h 2041903"/>
              <a:gd name="connsiteX97" fmla="*/ 1079247 w 10020924"/>
              <a:gd name="connsiteY97" fmla="*/ 330967 h 2041903"/>
              <a:gd name="connsiteX98" fmla="*/ 805966 w 10020924"/>
              <a:gd name="connsiteY98" fmla="*/ 263259 h 2041903"/>
              <a:gd name="connsiteX99" fmla="*/ 446364 w 10020924"/>
              <a:gd name="connsiteY99" fmla="*/ 449558 h 2041903"/>
              <a:gd name="connsiteX100" fmla="*/ 316290 w 10020924"/>
              <a:gd name="connsiteY100" fmla="*/ 671430 h 2041903"/>
              <a:gd name="connsiteX101" fmla="*/ 265280 w 10020924"/>
              <a:gd name="connsiteY101" fmla="*/ 958605 h 2041903"/>
              <a:gd name="connsiteX102" fmla="*/ 329833 w 10020924"/>
              <a:gd name="connsiteY102" fmla="*/ 1280240 h 2041903"/>
              <a:gd name="connsiteX103" fmla="*/ 505249 w 10020924"/>
              <a:gd name="connsiteY103" fmla="*/ 1539802 h 2041903"/>
              <a:gd name="connsiteX104" fmla="*/ 764163 w 10020924"/>
              <a:gd name="connsiteY104" fmla="*/ 1713204 h 2041903"/>
              <a:gd name="connsiteX105" fmla="*/ 1079208 w 10020924"/>
              <a:gd name="connsiteY105" fmla="*/ 1776358 h 2041903"/>
              <a:gd name="connsiteX106" fmla="*/ 1394254 w 10020924"/>
              <a:gd name="connsiteY106" fmla="*/ 1713204 h 2041903"/>
              <a:gd name="connsiteX107" fmla="*/ 1653167 w 10020924"/>
              <a:gd name="connsiteY107" fmla="*/ 1539802 h 2041903"/>
              <a:gd name="connsiteX108" fmla="*/ 1828584 w 10020924"/>
              <a:gd name="connsiteY108" fmla="*/ 1280240 h 2041903"/>
              <a:gd name="connsiteX109" fmla="*/ 1893137 w 10020924"/>
              <a:gd name="connsiteY109" fmla="*/ 958605 h 2041903"/>
              <a:gd name="connsiteX110" fmla="*/ 1843297 w 10020924"/>
              <a:gd name="connsiteY110" fmla="*/ 674433 h 2041903"/>
              <a:gd name="connsiteX111" fmla="*/ 1715171 w 10020924"/>
              <a:gd name="connsiteY111" fmla="*/ 452650 h 2041903"/>
              <a:gd name="connsiteX112" fmla="*/ 1352451 w 10020924"/>
              <a:gd name="connsiteY112" fmla="*/ 263259 h 2041903"/>
              <a:gd name="connsiteX113" fmla="*/ 1489332 w 10020924"/>
              <a:gd name="connsiteY113" fmla="*/ 469668 h 2041903"/>
              <a:gd name="connsiteX114" fmla="*/ 1533501 w 10020924"/>
              <a:gd name="connsiteY114" fmla="*/ 697463 h 2041903"/>
              <a:gd name="connsiteX115" fmla="*/ 1395669 w 10020924"/>
              <a:gd name="connsiteY115" fmla="*/ 1031243 h 2041903"/>
              <a:gd name="connsiteX116" fmla="*/ 1079208 w 10020924"/>
              <a:gd name="connsiteY116" fmla="*/ 1160853 h 2041903"/>
              <a:gd name="connsiteX117" fmla="*/ 762748 w 10020924"/>
              <a:gd name="connsiteY117" fmla="*/ 1031243 h 2041903"/>
              <a:gd name="connsiteX118" fmla="*/ 624916 w 10020924"/>
              <a:gd name="connsiteY118" fmla="*/ 697463 h 2041903"/>
              <a:gd name="connsiteX119" fmla="*/ 673201 w 10020924"/>
              <a:gd name="connsiteY119" fmla="*/ 463015 h 2041903"/>
              <a:gd name="connsiteX120" fmla="*/ 805966 w 10020924"/>
              <a:gd name="connsiteY120" fmla="*/ 263259 h 2041903"/>
              <a:gd name="connsiteX121" fmla="*/ 817834 w 10020924"/>
              <a:gd name="connsiteY121" fmla="*/ 0 h 2041903"/>
              <a:gd name="connsiteX122" fmla="*/ 963091 w 10020924"/>
              <a:gd name="connsiteY122" fmla="*/ 14770 h 2041903"/>
              <a:gd name="connsiteX123" fmla="*/ 1079167 w 10020924"/>
              <a:gd name="connsiteY123" fmla="*/ 48893 h 2041903"/>
              <a:gd name="connsiteX124" fmla="*/ 1194646 w 10020924"/>
              <a:gd name="connsiteY124" fmla="*/ 14436 h 2041903"/>
              <a:gd name="connsiteX125" fmla="*/ 1340583 w 10020924"/>
              <a:gd name="connsiteY125" fmla="*/ 0 h 2041903"/>
              <a:gd name="connsiteX126" fmla="*/ 1649693 w 10020924"/>
              <a:gd name="connsiteY126" fmla="*/ 72213 h 2041903"/>
              <a:gd name="connsiteX127" fmla="*/ 1910677 w 10020924"/>
              <a:gd name="connsiteY127" fmla="*/ 272891 h 2041903"/>
              <a:gd name="connsiteX128" fmla="*/ 2091072 w 10020924"/>
              <a:gd name="connsiteY128" fmla="*/ 578096 h 2041903"/>
              <a:gd name="connsiteX129" fmla="*/ 2158417 w 10020924"/>
              <a:gd name="connsiteY129" fmla="*/ 963886 h 2041903"/>
              <a:gd name="connsiteX130" fmla="*/ 2071704 w 10020924"/>
              <a:gd name="connsiteY130" fmla="*/ 1388805 h 2041903"/>
              <a:gd name="connsiteX131" fmla="*/ 1837251 w 10020924"/>
              <a:gd name="connsiteY131" fmla="*/ 1730875 h 2041903"/>
              <a:gd name="connsiteX132" fmla="*/ 1493585 w 10020924"/>
              <a:gd name="connsiteY132" fmla="*/ 1958956 h 2041903"/>
              <a:gd name="connsiteX133" fmla="*/ 1079208 w 10020924"/>
              <a:gd name="connsiteY133" fmla="*/ 2041903 h 2041903"/>
              <a:gd name="connsiteX134" fmla="*/ 664832 w 10020924"/>
              <a:gd name="connsiteY134" fmla="*/ 1958956 h 2041903"/>
              <a:gd name="connsiteX135" fmla="*/ 321166 w 10020924"/>
              <a:gd name="connsiteY135" fmla="*/ 1730875 h 2041903"/>
              <a:gd name="connsiteX136" fmla="*/ 86713 w 10020924"/>
              <a:gd name="connsiteY136" fmla="*/ 1388805 h 2041903"/>
              <a:gd name="connsiteX137" fmla="*/ 0 w 10020924"/>
              <a:gd name="connsiteY137" fmla="*/ 963886 h 2041903"/>
              <a:gd name="connsiteX138" fmla="*/ 67345 w 10020924"/>
              <a:gd name="connsiteY138" fmla="*/ 578096 h 2041903"/>
              <a:gd name="connsiteX139" fmla="*/ 247740 w 10020924"/>
              <a:gd name="connsiteY139" fmla="*/ 272891 h 2041903"/>
              <a:gd name="connsiteX140" fmla="*/ 508723 w 10020924"/>
              <a:gd name="connsiteY140" fmla="*/ 72213 h 2041903"/>
              <a:gd name="connsiteX141" fmla="*/ 817834 w 10020924"/>
              <a:gd name="connsiteY141" fmla="*/ 0 h 20419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</a:cxnLst>
            <a:rect l="l" t="t" r="r" b="b"/>
            <a:pathLst>
              <a:path w="10020924" h="2041903">
                <a:moveTo>
                  <a:pt x="9329240" y="1080290"/>
                </a:moveTo>
                <a:cubicBezTo>
                  <a:pt x="9292358" y="1080290"/>
                  <a:pt x="9251983" y="1096116"/>
                  <a:pt x="9251983" y="1187029"/>
                </a:cubicBezTo>
                <a:cubicBezTo>
                  <a:pt x="9251983" y="1277880"/>
                  <a:pt x="9292801" y="1296468"/>
                  <a:pt x="9329240" y="1296468"/>
                </a:cubicBezTo>
                <a:lnTo>
                  <a:pt x="9782722" y="1296468"/>
                </a:lnTo>
                <a:lnTo>
                  <a:pt x="9782722" y="1080290"/>
                </a:lnTo>
                <a:close/>
                <a:moveTo>
                  <a:pt x="7331825" y="1080290"/>
                </a:moveTo>
                <a:cubicBezTo>
                  <a:pt x="7294927" y="1080290"/>
                  <a:pt x="7254583" y="1096116"/>
                  <a:pt x="7254583" y="1187029"/>
                </a:cubicBezTo>
                <a:cubicBezTo>
                  <a:pt x="7254583" y="1277880"/>
                  <a:pt x="7295379" y="1296468"/>
                  <a:pt x="7331825" y="1296468"/>
                </a:cubicBezTo>
                <a:lnTo>
                  <a:pt x="7785307" y="1296468"/>
                </a:lnTo>
                <a:lnTo>
                  <a:pt x="7785307" y="1080290"/>
                </a:lnTo>
                <a:close/>
                <a:moveTo>
                  <a:pt x="6171264" y="689323"/>
                </a:moveTo>
                <a:lnTo>
                  <a:pt x="6171264" y="1297318"/>
                </a:lnTo>
                <a:lnTo>
                  <a:pt x="6558679" y="1297318"/>
                </a:lnTo>
                <a:cubicBezTo>
                  <a:pt x="6645146" y="1297318"/>
                  <a:pt x="6679368" y="1257837"/>
                  <a:pt x="6679368" y="1156413"/>
                </a:cubicBezTo>
                <a:lnTo>
                  <a:pt x="6679368" y="830244"/>
                </a:lnTo>
                <a:cubicBezTo>
                  <a:pt x="6679368" y="728827"/>
                  <a:pt x="6645146" y="689323"/>
                  <a:pt x="6558679" y="689323"/>
                </a:cubicBezTo>
                <a:close/>
                <a:moveTo>
                  <a:pt x="9072763" y="463851"/>
                </a:moveTo>
                <a:lnTo>
                  <a:pt x="9678449" y="463851"/>
                </a:lnTo>
                <a:cubicBezTo>
                  <a:pt x="9932730" y="463851"/>
                  <a:pt x="10020924" y="559816"/>
                  <a:pt x="10020924" y="826574"/>
                </a:cubicBezTo>
                <a:lnTo>
                  <a:pt x="10020924" y="1522671"/>
                </a:lnTo>
                <a:lnTo>
                  <a:pt x="9304207" y="1522671"/>
                </a:lnTo>
                <a:cubicBezTo>
                  <a:pt x="9111641" y="1522671"/>
                  <a:pt x="9015771" y="1435849"/>
                  <a:pt x="9015771" y="1219793"/>
                </a:cubicBezTo>
                <a:lnTo>
                  <a:pt x="9015771" y="1169781"/>
                </a:lnTo>
                <a:cubicBezTo>
                  <a:pt x="9015771" y="959714"/>
                  <a:pt x="9108248" y="866738"/>
                  <a:pt x="9294061" y="866738"/>
                </a:cubicBezTo>
                <a:lnTo>
                  <a:pt x="9782829" y="866738"/>
                </a:lnTo>
                <a:cubicBezTo>
                  <a:pt x="9782829" y="858122"/>
                  <a:pt x="9782707" y="829861"/>
                  <a:pt x="9782707" y="829349"/>
                </a:cubicBezTo>
                <a:cubicBezTo>
                  <a:pt x="9782707" y="727955"/>
                  <a:pt x="9749047" y="688428"/>
                  <a:pt x="9662481" y="688428"/>
                </a:cubicBezTo>
                <a:lnTo>
                  <a:pt x="9072763" y="688428"/>
                </a:lnTo>
                <a:close/>
                <a:moveTo>
                  <a:pt x="8071817" y="463851"/>
                </a:moveTo>
                <a:lnTo>
                  <a:pt x="8991911" y="463851"/>
                </a:lnTo>
                <a:lnTo>
                  <a:pt x="8991911" y="686668"/>
                </a:lnTo>
                <a:lnTo>
                  <a:pt x="8652240" y="686668"/>
                </a:lnTo>
                <a:lnTo>
                  <a:pt x="8652240" y="1522955"/>
                </a:lnTo>
                <a:lnTo>
                  <a:pt x="8411534" y="1522955"/>
                </a:lnTo>
                <a:lnTo>
                  <a:pt x="8411534" y="686668"/>
                </a:lnTo>
                <a:lnTo>
                  <a:pt x="8071817" y="686668"/>
                </a:lnTo>
                <a:close/>
                <a:moveTo>
                  <a:pt x="7075333" y="463851"/>
                </a:moveTo>
                <a:lnTo>
                  <a:pt x="7681075" y="463851"/>
                </a:lnTo>
                <a:cubicBezTo>
                  <a:pt x="7935303" y="463851"/>
                  <a:pt x="8023424" y="559816"/>
                  <a:pt x="8023417" y="826574"/>
                </a:cubicBezTo>
                <a:lnTo>
                  <a:pt x="8023417" y="1522671"/>
                </a:lnTo>
                <a:lnTo>
                  <a:pt x="7306759" y="1522671"/>
                </a:lnTo>
                <a:cubicBezTo>
                  <a:pt x="7114170" y="1522671"/>
                  <a:pt x="7018293" y="1435849"/>
                  <a:pt x="7018293" y="1219793"/>
                </a:cubicBezTo>
                <a:lnTo>
                  <a:pt x="7018293" y="1169781"/>
                </a:lnTo>
                <a:cubicBezTo>
                  <a:pt x="7018293" y="959714"/>
                  <a:pt x="7110792" y="866738"/>
                  <a:pt x="7296628" y="866738"/>
                </a:cubicBezTo>
                <a:lnTo>
                  <a:pt x="7785307" y="866738"/>
                </a:lnTo>
                <a:lnTo>
                  <a:pt x="7785307" y="829349"/>
                </a:lnTo>
                <a:cubicBezTo>
                  <a:pt x="7785307" y="727955"/>
                  <a:pt x="7751547" y="688428"/>
                  <a:pt x="7665080" y="688428"/>
                </a:cubicBezTo>
                <a:lnTo>
                  <a:pt x="7075333" y="688428"/>
                </a:lnTo>
                <a:close/>
                <a:moveTo>
                  <a:pt x="5930572" y="463851"/>
                </a:moveTo>
                <a:lnTo>
                  <a:pt x="6574718" y="463851"/>
                </a:lnTo>
                <a:cubicBezTo>
                  <a:pt x="6817412" y="463851"/>
                  <a:pt x="6925013" y="557409"/>
                  <a:pt x="6925013" y="834884"/>
                </a:cubicBezTo>
                <a:lnTo>
                  <a:pt x="6925013" y="1151743"/>
                </a:lnTo>
                <a:cubicBezTo>
                  <a:pt x="6925013" y="1394650"/>
                  <a:pt x="6843589" y="1522671"/>
                  <a:pt x="6585968" y="1522671"/>
                </a:cubicBezTo>
                <a:lnTo>
                  <a:pt x="5930572" y="1522671"/>
                </a:lnTo>
                <a:close/>
                <a:moveTo>
                  <a:pt x="4717895" y="463851"/>
                </a:moveTo>
                <a:lnTo>
                  <a:pt x="5638093" y="463851"/>
                </a:lnTo>
                <a:lnTo>
                  <a:pt x="5638093" y="686668"/>
                </a:lnTo>
                <a:lnTo>
                  <a:pt x="5298318" y="686668"/>
                </a:lnTo>
                <a:lnTo>
                  <a:pt x="5298318" y="1522955"/>
                </a:lnTo>
                <a:lnTo>
                  <a:pt x="5057626" y="1522955"/>
                </a:lnTo>
                <a:lnTo>
                  <a:pt x="5057626" y="686668"/>
                </a:lnTo>
                <a:lnTo>
                  <a:pt x="4717895" y="686668"/>
                </a:lnTo>
                <a:close/>
                <a:moveTo>
                  <a:pt x="3721291" y="463851"/>
                </a:moveTo>
                <a:lnTo>
                  <a:pt x="4641430" y="463851"/>
                </a:lnTo>
                <a:lnTo>
                  <a:pt x="4641430" y="686668"/>
                </a:lnTo>
                <a:lnTo>
                  <a:pt x="4301654" y="686668"/>
                </a:lnTo>
                <a:lnTo>
                  <a:pt x="4301654" y="1522955"/>
                </a:lnTo>
                <a:lnTo>
                  <a:pt x="4061067" y="1522955"/>
                </a:lnTo>
                <a:lnTo>
                  <a:pt x="4061067" y="686668"/>
                </a:lnTo>
                <a:lnTo>
                  <a:pt x="3721291" y="686668"/>
                </a:lnTo>
                <a:close/>
                <a:moveTo>
                  <a:pt x="2809822" y="452019"/>
                </a:moveTo>
                <a:cubicBezTo>
                  <a:pt x="2915562" y="452019"/>
                  <a:pt x="2970732" y="501487"/>
                  <a:pt x="3016077" y="572753"/>
                </a:cubicBezTo>
                <a:cubicBezTo>
                  <a:pt x="3055320" y="634446"/>
                  <a:pt x="3376830" y="1260842"/>
                  <a:pt x="3381948" y="1270566"/>
                </a:cubicBezTo>
                <a:cubicBezTo>
                  <a:pt x="3386677" y="1279328"/>
                  <a:pt x="3393442" y="1285729"/>
                  <a:pt x="3400240" y="1281756"/>
                </a:cubicBezTo>
                <a:cubicBezTo>
                  <a:pt x="3406237" y="1278349"/>
                  <a:pt x="3406646" y="1267378"/>
                  <a:pt x="3406134" y="1255736"/>
                </a:cubicBezTo>
                <a:cubicBezTo>
                  <a:pt x="3405492" y="1241619"/>
                  <a:pt x="3402657" y="1171378"/>
                  <a:pt x="3402657" y="1123946"/>
                </a:cubicBezTo>
                <a:lnTo>
                  <a:pt x="3402657" y="463522"/>
                </a:lnTo>
                <a:lnTo>
                  <a:pt x="3639813" y="463522"/>
                </a:lnTo>
                <a:lnTo>
                  <a:pt x="3639813" y="1255333"/>
                </a:lnTo>
                <a:cubicBezTo>
                  <a:pt x="3639813" y="1491113"/>
                  <a:pt x="3523557" y="1534727"/>
                  <a:pt x="3425426" y="1534727"/>
                </a:cubicBezTo>
                <a:cubicBezTo>
                  <a:pt x="3319670" y="1534727"/>
                  <a:pt x="3264509" y="1485221"/>
                  <a:pt x="3219125" y="1413949"/>
                </a:cubicBezTo>
                <a:cubicBezTo>
                  <a:pt x="3155813" y="1314503"/>
                  <a:pt x="2857763" y="724966"/>
                  <a:pt x="2853165" y="716135"/>
                </a:cubicBezTo>
                <a:cubicBezTo>
                  <a:pt x="2848558" y="707335"/>
                  <a:pt x="2841793" y="701034"/>
                  <a:pt x="2834887" y="704930"/>
                </a:cubicBezTo>
                <a:cubicBezTo>
                  <a:pt x="2829005" y="708344"/>
                  <a:pt x="2828497" y="719338"/>
                  <a:pt x="2829009" y="730980"/>
                </a:cubicBezTo>
                <a:cubicBezTo>
                  <a:pt x="2829628" y="745090"/>
                  <a:pt x="2832590" y="815378"/>
                  <a:pt x="2832590" y="862725"/>
                </a:cubicBezTo>
                <a:lnTo>
                  <a:pt x="2832590" y="1523194"/>
                </a:lnTo>
                <a:lnTo>
                  <a:pt x="2595360" y="1523194"/>
                </a:lnTo>
                <a:lnTo>
                  <a:pt x="2595360" y="731368"/>
                </a:lnTo>
                <a:cubicBezTo>
                  <a:pt x="2595360" y="495611"/>
                  <a:pt x="2711606" y="452019"/>
                  <a:pt x="2809822" y="452019"/>
                </a:cubicBezTo>
                <a:close/>
                <a:moveTo>
                  <a:pt x="1079247" y="330967"/>
                </a:moveTo>
                <a:cubicBezTo>
                  <a:pt x="1039101" y="354484"/>
                  <a:pt x="989740" y="403598"/>
                  <a:pt x="952084" y="465588"/>
                </a:cubicBezTo>
                <a:cubicBezTo>
                  <a:pt x="914427" y="527577"/>
                  <a:pt x="887125" y="603548"/>
                  <a:pt x="887125" y="684091"/>
                </a:cubicBezTo>
                <a:cubicBezTo>
                  <a:pt x="887125" y="743091"/>
                  <a:pt x="906578" y="795805"/>
                  <a:pt x="940315" y="833769"/>
                </a:cubicBezTo>
                <a:cubicBezTo>
                  <a:pt x="974052" y="871732"/>
                  <a:pt x="1022072" y="894946"/>
                  <a:pt x="1079206" y="894946"/>
                </a:cubicBezTo>
                <a:cubicBezTo>
                  <a:pt x="1136340" y="894946"/>
                  <a:pt x="1184360" y="871732"/>
                  <a:pt x="1218097" y="833769"/>
                </a:cubicBezTo>
                <a:cubicBezTo>
                  <a:pt x="1251833" y="795805"/>
                  <a:pt x="1271286" y="743091"/>
                  <a:pt x="1271286" y="684091"/>
                </a:cubicBezTo>
                <a:cubicBezTo>
                  <a:pt x="1271286" y="603548"/>
                  <a:pt x="1243984" y="527577"/>
                  <a:pt x="1206328" y="465588"/>
                </a:cubicBezTo>
                <a:cubicBezTo>
                  <a:pt x="1168672" y="403598"/>
                  <a:pt x="1110735" y="347874"/>
                  <a:pt x="1079247" y="330967"/>
                </a:cubicBezTo>
                <a:close/>
                <a:moveTo>
                  <a:pt x="805966" y="263259"/>
                </a:moveTo>
                <a:cubicBezTo>
                  <a:pt x="686954" y="257894"/>
                  <a:pt x="551782" y="326830"/>
                  <a:pt x="446364" y="449558"/>
                </a:cubicBezTo>
                <a:cubicBezTo>
                  <a:pt x="393654" y="510922"/>
                  <a:pt x="348383" y="585734"/>
                  <a:pt x="316290" y="671430"/>
                </a:cubicBezTo>
                <a:cubicBezTo>
                  <a:pt x="284196" y="757125"/>
                  <a:pt x="265280" y="853705"/>
                  <a:pt x="265280" y="958605"/>
                </a:cubicBezTo>
                <a:cubicBezTo>
                  <a:pt x="265280" y="1073486"/>
                  <a:pt x="288318" y="1182036"/>
                  <a:pt x="329833" y="1280240"/>
                </a:cubicBezTo>
                <a:cubicBezTo>
                  <a:pt x="371348" y="1378444"/>
                  <a:pt x="431341" y="1466303"/>
                  <a:pt x="505249" y="1539802"/>
                </a:cubicBezTo>
                <a:cubicBezTo>
                  <a:pt x="579158" y="1613301"/>
                  <a:pt x="666983" y="1672440"/>
                  <a:pt x="764163" y="1713204"/>
                </a:cubicBezTo>
                <a:cubicBezTo>
                  <a:pt x="861343" y="1753969"/>
                  <a:pt x="967878" y="1776358"/>
                  <a:pt x="1079208" y="1776358"/>
                </a:cubicBezTo>
                <a:cubicBezTo>
                  <a:pt x="1190538" y="1776358"/>
                  <a:pt x="1297074" y="1753969"/>
                  <a:pt x="1394254" y="1713204"/>
                </a:cubicBezTo>
                <a:cubicBezTo>
                  <a:pt x="1491434" y="1672440"/>
                  <a:pt x="1579259" y="1613301"/>
                  <a:pt x="1653167" y="1539802"/>
                </a:cubicBezTo>
                <a:cubicBezTo>
                  <a:pt x="1727076" y="1466303"/>
                  <a:pt x="1787068" y="1378444"/>
                  <a:pt x="1828584" y="1280240"/>
                </a:cubicBezTo>
                <a:cubicBezTo>
                  <a:pt x="1870099" y="1182036"/>
                  <a:pt x="1893137" y="1073486"/>
                  <a:pt x="1893137" y="958605"/>
                </a:cubicBezTo>
                <a:cubicBezTo>
                  <a:pt x="1893137" y="855344"/>
                  <a:pt x="1874740" y="759689"/>
                  <a:pt x="1843297" y="674433"/>
                </a:cubicBezTo>
                <a:cubicBezTo>
                  <a:pt x="1811852" y="589176"/>
                  <a:pt x="1767361" y="514318"/>
                  <a:pt x="1715171" y="452650"/>
                </a:cubicBezTo>
                <a:cubicBezTo>
                  <a:pt x="1610792" y="329313"/>
                  <a:pt x="1475621" y="258738"/>
                  <a:pt x="1352451" y="263259"/>
                </a:cubicBezTo>
                <a:cubicBezTo>
                  <a:pt x="1412945" y="322179"/>
                  <a:pt x="1458865" y="394141"/>
                  <a:pt x="1489332" y="469668"/>
                </a:cubicBezTo>
                <a:cubicBezTo>
                  <a:pt x="1519800" y="545194"/>
                  <a:pt x="1534815" y="624285"/>
                  <a:pt x="1533501" y="697463"/>
                </a:cubicBezTo>
                <a:cubicBezTo>
                  <a:pt x="1533501" y="833577"/>
                  <a:pt x="1479467" y="949424"/>
                  <a:pt x="1395669" y="1031243"/>
                </a:cubicBezTo>
                <a:cubicBezTo>
                  <a:pt x="1311871" y="1113062"/>
                  <a:pt x="1198308" y="1160853"/>
                  <a:pt x="1079208" y="1160853"/>
                </a:cubicBezTo>
                <a:cubicBezTo>
                  <a:pt x="960109" y="1160853"/>
                  <a:pt x="846546" y="1113062"/>
                  <a:pt x="762748" y="1031243"/>
                </a:cubicBezTo>
                <a:cubicBezTo>
                  <a:pt x="678950" y="949424"/>
                  <a:pt x="624916" y="833577"/>
                  <a:pt x="624916" y="697463"/>
                </a:cubicBezTo>
                <a:cubicBezTo>
                  <a:pt x="624916" y="618236"/>
                  <a:pt x="642018" y="537734"/>
                  <a:pt x="673201" y="463015"/>
                </a:cubicBezTo>
                <a:cubicBezTo>
                  <a:pt x="704383" y="388296"/>
                  <a:pt x="749646" y="319359"/>
                  <a:pt x="805966" y="263259"/>
                </a:cubicBezTo>
                <a:close/>
                <a:moveTo>
                  <a:pt x="817834" y="0"/>
                </a:moveTo>
                <a:cubicBezTo>
                  <a:pt x="866589" y="0"/>
                  <a:pt x="917272" y="5772"/>
                  <a:pt x="963091" y="14770"/>
                </a:cubicBezTo>
                <a:cubicBezTo>
                  <a:pt x="1008909" y="23768"/>
                  <a:pt x="1049865" y="35991"/>
                  <a:pt x="1079167" y="48893"/>
                </a:cubicBezTo>
                <a:cubicBezTo>
                  <a:pt x="1107617" y="35545"/>
                  <a:pt x="1148593" y="23322"/>
                  <a:pt x="1194646" y="14436"/>
                </a:cubicBezTo>
                <a:cubicBezTo>
                  <a:pt x="1240699" y="5549"/>
                  <a:pt x="1291827" y="0"/>
                  <a:pt x="1340583" y="0"/>
                </a:cubicBezTo>
                <a:cubicBezTo>
                  <a:pt x="1448034" y="0"/>
                  <a:pt x="1552874" y="25401"/>
                  <a:pt x="1649693" y="72213"/>
                </a:cubicBezTo>
                <a:cubicBezTo>
                  <a:pt x="1746513" y="119025"/>
                  <a:pt x="1835310" y="187248"/>
                  <a:pt x="1910677" y="272891"/>
                </a:cubicBezTo>
                <a:cubicBezTo>
                  <a:pt x="1986043" y="358535"/>
                  <a:pt x="2047978" y="461600"/>
                  <a:pt x="2091072" y="578096"/>
                </a:cubicBezTo>
                <a:cubicBezTo>
                  <a:pt x="2134165" y="694592"/>
                  <a:pt x="2158417" y="824518"/>
                  <a:pt x="2158417" y="963886"/>
                </a:cubicBezTo>
                <a:cubicBezTo>
                  <a:pt x="2158417" y="1115873"/>
                  <a:pt x="2127372" y="1259243"/>
                  <a:pt x="2071704" y="1388805"/>
                </a:cubicBezTo>
                <a:cubicBezTo>
                  <a:pt x="2016036" y="1518366"/>
                  <a:pt x="1935744" y="1634120"/>
                  <a:pt x="1837251" y="1730875"/>
                </a:cubicBezTo>
                <a:cubicBezTo>
                  <a:pt x="1738759" y="1827631"/>
                  <a:pt x="1622064" y="1905388"/>
                  <a:pt x="1493585" y="1958956"/>
                </a:cubicBezTo>
                <a:cubicBezTo>
                  <a:pt x="1365105" y="2012524"/>
                  <a:pt x="1224841" y="2041903"/>
                  <a:pt x="1079208" y="2041903"/>
                </a:cubicBezTo>
                <a:cubicBezTo>
                  <a:pt x="933576" y="2041903"/>
                  <a:pt x="793312" y="2012524"/>
                  <a:pt x="664832" y="1958956"/>
                </a:cubicBezTo>
                <a:cubicBezTo>
                  <a:pt x="536353" y="1905388"/>
                  <a:pt x="419658" y="1827631"/>
                  <a:pt x="321166" y="1730875"/>
                </a:cubicBezTo>
                <a:cubicBezTo>
                  <a:pt x="222673" y="1634120"/>
                  <a:pt x="142381" y="1518366"/>
                  <a:pt x="86713" y="1388805"/>
                </a:cubicBezTo>
                <a:cubicBezTo>
                  <a:pt x="31045" y="1259243"/>
                  <a:pt x="0" y="1115873"/>
                  <a:pt x="0" y="963886"/>
                </a:cubicBezTo>
                <a:cubicBezTo>
                  <a:pt x="0" y="824518"/>
                  <a:pt x="24252" y="694592"/>
                  <a:pt x="67345" y="578096"/>
                </a:cubicBezTo>
                <a:cubicBezTo>
                  <a:pt x="110439" y="461600"/>
                  <a:pt x="172374" y="358535"/>
                  <a:pt x="247740" y="272891"/>
                </a:cubicBezTo>
                <a:cubicBezTo>
                  <a:pt x="323106" y="187248"/>
                  <a:pt x="411904" y="119025"/>
                  <a:pt x="508723" y="72213"/>
                </a:cubicBezTo>
                <a:cubicBezTo>
                  <a:pt x="605542" y="25401"/>
                  <a:pt x="710382" y="0"/>
                  <a:pt x="817834" y="0"/>
                </a:cubicBezTo>
                <a:close/>
              </a:path>
            </a:pathLst>
          </a:custGeom>
          <a:solidFill>
            <a:srgbClr val="0072BC"/>
          </a:solidFill>
          <a:ln w="7639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80858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51" r:id="rId1"/>
    <p:sldLayoutId id="2147484152" r:id="rId2"/>
    <p:sldLayoutId id="2147484153" r:id="rId3"/>
  </p:sldLayoutIdLst>
  <p:hf hd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lang="en-US" sz="4800" b="0" i="0" kern="1200" dirty="0">
          <a:solidFill>
            <a:schemeClr val="bg1"/>
          </a:solidFill>
          <a:latin typeface="Georgia" panose="02040502050405020303" pitchFamily="18" charset="0"/>
          <a:ea typeface="+mj-ea"/>
          <a:cs typeface="Times New Roman" panose="02020603050405020304" pitchFamily="18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lang="en-US" sz="2000" b="0" i="0" kern="1200" dirty="0" smtClean="0">
          <a:solidFill>
            <a:srgbClr val="F8F8F8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">
            <a:extLst>
              <a:ext uri="{FF2B5EF4-FFF2-40B4-BE49-F238E27FC236}">
                <a16:creationId xmlns:a16="http://schemas.microsoft.com/office/drawing/2014/main" id="{349E4B0B-2645-B2A3-8226-132DADE9E0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400800"/>
            <a:ext cx="914400" cy="304800"/>
          </a:xfrm>
          <a:prstGeom prst="rect">
            <a:avLst/>
          </a:prstGeom>
          <a:ln w="3175">
            <a:noFill/>
          </a:ln>
        </p:spPr>
        <p:txBody>
          <a:bodyPr vert="horz" lIns="0" tIns="0" rIns="0" bIns="0" rtlCol="0" anchor="ctr"/>
          <a:lstStyle>
            <a:lvl1pPr algn="l">
              <a:defRPr sz="800">
                <a:solidFill>
                  <a:srgbClr val="050D24"/>
                </a:solidFill>
              </a:defRPr>
            </a:lvl1pPr>
          </a:lstStyle>
          <a:p>
            <a:r>
              <a:rPr lang="en-US" noProof="0" dirty="0"/>
              <a:t>November 2025</a:t>
            </a:r>
          </a:p>
        </p:txBody>
      </p:sp>
      <p:sp>
        <p:nvSpPr>
          <p:cNvPr id="8" name="Legal">
            <a:extLst>
              <a:ext uri="{FF2B5EF4-FFF2-40B4-BE49-F238E27FC236}">
                <a16:creationId xmlns:a16="http://schemas.microsoft.com/office/drawing/2014/main" id="{ED1211A4-6D56-BCC0-9645-3000A06B62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71599" y="6400800"/>
            <a:ext cx="4114801" cy="304800"/>
          </a:xfrm>
          <a:prstGeom prst="rect">
            <a:avLst/>
          </a:prstGeom>
          <a:ln w="3175">
            <a:noFill/>
          </a:ln>
        </p:spPr>
        <p:txBody>
          <a:bodyPr vert="horz" lIns="0" tIns="0" rIns="0" bIns="0" rtlCol="0" anchor="ctr"/>
          <a:lstStyle>
            <a:lvl1pPr algn="l">
              <a:defRPr sz="800" b="0" i="0">
                <a:solidFill>
                  <a:srgbClr val="050D24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 noProof="0"/>
              <a:t>NTT DATA, Inc.</a:t>
            </a:r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6CCEEA4F-B2F9-F5FD-831B-C14426169E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562600" y="6400800"/>
            <a:ext cx="1066800" cy="304800"/>
          </a:xfrm>
          <a:prstGeom prst="rect">
            <a:avLst/>
          </a:prstGeom>
          <a:ln w="3175">
            <a:noFill/>
          </a:ln>
        </p:spPr>
        <p:txBody>
          <a:bodyPr lIns="0" tIns="0" rIns="0" bIns="0" anchor="ctr"/>
          <a:lstStyle>
            <a:lvl1pPr>
              <a:defRPr lang="en-US" sz="800" b="0" i="0" smtClean="0">
                <a:solidFill>
                  <a:schemeClr val="bg1"/>
                </a:solidFill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algn="ctr"/>
            <a:fld id="{83ADEA99-682E-4231-A4C9-95AE759D37D5}" type="slidenum">
              <a:rPr lang="en-US" noProof="0" smtClean="0"/>
              <a:pPr algn="ctr"/>
              <a:t>‹#›</a:t>
            </a:fld>
            <a:endParaRPr lang="en-US" noProof="0"/>
          </a:p>
        </p:txBody>
      </p:sp>
      <p:sp>
        <p:nvSpPr>
          <p:cNvPr id="2" name="NTT DATA Global Logo">
            <a:extLst>
              <a:ext uri="{FF2B5EF4-FFF2-40B4-BE49-F238E27FC236}">
                <a16:creationId xmlns:a16="http://schemas.microsoft.com/office/drawing/2014/main" id="{BCFF8549-A65D-657A-573F-06333E7CA78B}"/>
              </a:ext>
            </a:extLst>
          </p:cNvPr>
          <p:cNvSpPr/>
          <p:nvPr userDrawn="1"/>
        </p:nvSpPr>
        <p:spPr bwMode="black">
          <a:xfrm>
            <a:off x="10588752" y="6428232"/>
            <a:ext cx="1211639" cy="246888"/>
          </a:xfrm>
          <a:custGeom>
            <a:avLst/>
            <a:gdLst>
              <a:gd name="connsiteX0" fmla="*/ 9329240 w 10020924"/>
              <a:gd name="connsiteY0" fmla="*/ 1080290 h 2041903"/>
              <a:gd name="connsiteX1" fmla="*/ 9251983 w 10020924"/>
              <a:gd name="connsiteY1" fmla="*/ 1187029 h 2041903"/>
              <a:gd name="connsiteX2" fmla="*/ 9329240 w 10020924"/>
              <a:gd name="connsiteY2" fmla="*/ 1296468 h 2041903"/>
              <a:gd name="connsiteX3" fmla="*/ 9782722 w 10020924"/>
              <a:gd name="connsiteY3" fmla="*/ 1296468 h 2041903"/>
              <a:gd name="connsiteX4" fmla="*/ 9782722 w 10020924"/>
              <a:gd name="connsiteY4" fmla="*/ 1080290 h 2041903"/>
              <a:gd name="connsiteX5" fmla="*/ 7331825 w 10020924"/>
              <a:gd name="connsiteY5" fmla="*/ 1080290 h 2041903"/>
              <a:gd name="connsiteX6" fmla="*/ 7254583 w 10020924"/>
              <a:gd name="connsiteY6" fmla="*/ 1187029 h 2041903"/>
              <a:gd name="connsiteX7" fmla="*/ 7331825 w 10020924"/>
              <a:gd name="connsiteY7" fmla="*/ 1296468 h 2041903"/>
              <a:gd name="connsiteX8" fmla="*/ 7785307 w 10020924"/>
              <a:gd name="connsiteY8" fmla="*/ 1296468 h 2041903"/>
              <a:gd name="connsiteX9" fmla="*/ 7785307 w 10020924"/>
              <a:gd name="connsiteY9" fmla="*/ 1080290 h 2041903"/>
              <a:gd name="connsiteX10" fmla="*/ 6171264 w 10020924"/>
              <a:gd name="connsiteY10" fmla="*/ 689323 h 2041903"/>
              <a:gd name="connsiteX11" fmla="*/ 6171264 w 10020924"/>
              <a:gd name="connsiteY11" fmla="*/ 1297318 h 2041903"/>
              <a:gd name="connsiteX12" fmla="*/ 6558679 w 10020924"/>
              <a:gd name="connsiteY12" fmla="*/ 1297318 h 2041903"/>
              <a:gd name="connsiteX13" fmla="*/ 6679368 w 10020924"/>
              <a:gd name="connsiteY13" fmla="*/ 1156413 h 2041903"/>
              <a:gd name="connsiteX14" fmla="*/ 6679368 w 10020924"/>
              <a:gd name="connsiteY14" fmla="*/ 830244 h 2041903"/>
              <a:gd name="connsiteX15" fmla="*/ 6558679 w 10020924"/>
              <a:gd name="connsiteY15" fmla="*/ 689323 h 2041903"/>
              <a:gd name="connsiteX16" fmla="*/ 9072763 w 10020924"/>
              <a:gd name="connsiteY16" fmla="*/ 463851 h 2041903"/>
              <a:gd name="connsiteX17" fmla="*/ 9678449 w 10020924"/>
              <a:gd name="connsiteY17" fmla="*/ 463851 h 2041903"/>
              <a:gd name="connsiteX18" fmla="*/ 10020924 w 10020924"/>
              <a:gd name="connsiteY18" fmla="*/ 826574 h 2041903"/>
              <a:gd name="connsiteX19" fmla="*/ 10020924 w 10020924"/>
              <a:gd name="connsiteY19" fmla="*/ 1522671 h 2041903"/>
              <a:gd name="connsiteX20" fmla="*/ 9304207 w 10020924"/>
              <a:gd name="connsiteY20" fmla="*/ 1522671 h 2041903"/>
              <a:gd name="connsiteX21" fmla="*/ 9015771 w 10020924"/>
              <a:gd name="connsiteY21" fmla="*/ 1219793 h 2041903"/>
              <a:gd name="connsiteX22" fmla="*/ 9015771 w 10020924"/>
              <a:gd name="connsiteY22" fmla="*/ 1169781 h 2041903"/>
              <a:gd name="connsiteX23" fmla="*/ 9294061 w 10020924"/>
              <a:gd name="connsiteY23" fmla="*/ 866738 h 2041903"/>
              <a:gd name="connsiteX24" fmla="*/ 9782829 w 10020924"/>
              <a:gd name="connsiteY24" fmla="*/ 866738 h 2041903"/>
              <a:gd name="connsiteX25" fmla="*/ 9782707 w 10020924"/>
              <a:gd name="connsiteY25" fmla="*/ 829349 h 2041903"/>
              <a:gd name="connsiteX26" fmla="*/ 9662481 w 10020924"/>
              <a:gd name="connsiteY26" fmla="*/ 688428 h 2041903"/>
              <a:gd name="connsiteX27" fmla="*/ 9072763 w 10020924"/>
              <a:gd name="connsiteY27" fmla="*/ 688428 h 2041903"/>
              <a:gd name="connsiteX28" fmla="*/ 8071817 w 10020924"/>
              <a:gd name="connsiteY28" fmla="*/ 463851 h 2041903"/>
              <a:gd name="connsiteX29" fmla="*/ 8991911 w 10020924"/>
              <a:gd name="connsiteY29" fmla="*/ 463851 h 2041903"/>
              <a:gd name="connsiteX30" fmla="*/ 8991911 w 10020924"/>
              <a:gd name="connsiteY30" fmla="*/ 686668 h 2041903"/>
              <a:gd name="connsiteX31" fmla="*/ 8652240 w 10020924"/>
              <a:gd name="connsiteY31" fmla="*/ 686668 h 2041903"/>
              <a:gd name="connsiteX32" fmla="*/ 8652240 w 10020924"/>
              <a:gd name="connsiteY32" fmla="*/ 1522955 h 2041903"/>
              <a:gd name="connsiteX33" fmla="*/ 8411534 w 10020924"/>
              <a:gd name="connsiteY33" fmla="*/ 1522955 h 2041903"/>
              <a:gd name="connsiteX34" fmla="*/ 8411534 w 10020924"/>
              <a:gd name="connsiteY34" fmla="*/ 686668 h 2041903"/>
              <a:gd name="connsiteX35" fmla="*/ 8071817 w 10020924"/>
              <a:gd name="connsiteY35" fmla="*/ 686668 h 2041903"/>
              <a:gd name="connsiteX36" fmla="*/ 7075333 w 10020924"/>
              <a:gd name="connsiteY36" fmla="*/ 463851 h 2041903"/>
              <a:gd name="connsiteX37" fmla="*/ 7681075 w 10020924"/>
              <a:gd name="connsiteY37" fmla="*/ 463851 h 2041903"/>
              <a:gd name="connsiteX38" fmla="*/ 8023417 w 10020924"/>
              <a:gd name="connsiteY38" fmla="*/ 826574 h 2041903"/>
              <a:gd name="connsiteX39" fmla="*/ 8023417 w 10020924"/>
              <a:gd name="connsiteY39" fmla="*/ 1522671 h 2041903"/>
              <a:gd name="connsiteX40" fmla="*/ 7306759 w 10020924"/>
              <a:gd name="connsiteY40" fmla="*/ 1522671 h 2041903"/>
              <a:gd name="connsiteX41" fmla="*/ 7018293 w 10020924"/>
              <a:gd name="connsiteY41" fmla="*/ 1219793 h 2041903"/>
              <a:gd name="connsiteX42" fmla="*/ 7018293 w 10020924"/>
              <a:gd name="connsiteY42" fmla="*/ 1169781 h 2041903"/>
              <a:gd name="connsiteX43" fmla="*/ 7296628 w 10020924"/>
              <a:gd name="connsiteY43" fmla="*/ 866738 h 2041903"/>
              <a:gd name="connsiteX44" fmla="*/ 7785307 w 10020924"/>
              <a:gd name="connsiteY44" fmla="*/ 866738 h 2041903"/>
              <a:gd name="connsiteX45" fmla="*/ 7785307 w 10020924"/>
              <a:gd name="connsiteY45" fmla="*/ 829349 h 2041903"/>
              <a:gd name="connsiteX46" fmla="*/ 7665080 w 10020924"/>
              <a:gd name="connsiteY46" fmla="*/ 688428 h 2041903"/>
              <a:gd name="connsiteX47" fmla="*/ 7075333 w 10020924"/>
              <a:gd name="connsiteY47" fmla="*/ 688428 h 2041903"/>
              <a:gd name="connsiteX48" fmla="*/ 5930572 w 10020924"/>
              <a:gd name="connsiteY48" fmla="*/ 463851 h 2041903"/>
              <a:gd name="connsiteX49" fmla="*/ 6574718 w 10020924"/>
              <a:gd name="connsiteY49" fmla="*/ 463851 h 2041903"/>
              <a:gd name="connsiteX50" fmla="*/ 6925013 w 10020924"/>
              <a:gd name="connsiteY50" fmla="*/ 834884 h 2041903"/>
              <a:gd name="connsiteX51" fmla="*/ 6925013 w 10020924"/>
              <a:gd name="connsiteY51" fmla="*/ 1151743 h 2041903"/>
              <a:gd name="connsiteX52" fmla="*/ 6585968 w 10020924"/>
              <a:gd name="connsiteY52" fmla="*/ 1522671 h 2041903"/>
              <a:gd name="connsiteX53" fmla="*/ 5930572 w 10020924"/>
              <a:gd name="connsiteY53" fmla="*/ 1522671 h 2041903"/>
              <a:gd name="connsiteX54" fmla="*/ 4717895 w 10020924"/>
              <a:gd name="connsiteY54" fmla="*/ 463851 h 2041903"/>
              <a:gd name="connsiteX55" fmla="*/ 5638093 w 10020924"/>
              <a:gd name="connsiteY55" fmla="*/ 463851 h 2041903"/>
              <a:gd name="connsiteX56" fmla="*/ 5638093 w 10020924"/>
              <a:gd name="connsiteY56" fmla="*/ 686668 h 2041903"/>
              <a:gd name="connsiteX57" fmla="*/ 5298318 w 10020924"/>
              <a:gd name="connsiteY57" fmla="*/ 686668 h 2041903"/>
              <a:gd name="connsiteX58" fmla="*/ 5298318 w 10020924"/>
              <a:gd name="connsiteY58" fmla="*/ 1522955 h 2041903"/>
              <a:gd name="connsiteX59" fmla="*/ 5057626 w 10020924"/>
              <a:gd name="connsiteY59" fmla="*/ 1522955 h 2041903"/>
              <a:gd name="connsiteX60" fmla="*/ 5057626 w 10020924"/>
              <a:gd name="connsiteY60" fmla="*/ 686668 h 2041903"/>
              <a:gd name="connsiteX61" fmla="*/ 4717895 w 10020924"/>
              <a:gd name="connsiteY61" fmla="*/ 686668 h 2041903"/>
              <a:gd name="connsiteX62" fmla="*/ 3721291 w 10020924"/>
              <a:gd name="connsiteY62" fmla="*/ 463851 h 2041903"/>
              <a:gd name="connsiteX63" fmla="*/ 4641430 w 10020924"/>
              <a:gd name="connsiteY63" fmla="*/ 463851 h 2041903"/>
              <a:gd name="connsiteX64" fmla="*/ 4641430 w 10020924"/>
              <a:gd name="connsiteY64" fmla="*/ 686668 h 2041903"/>
              <a:gd name="connsiteX65" fmla="*/ 4301654 w 10020924"/>
              <a:gd name="connsiteY65" fmla="*/ 686668 h 2041903"/>
              <a:gd name="connsiteX66" fmla="*/ 4301654 w 10020924"/>
              <a:gd name="connsiteY66" fmla="*/ 1522955 h 2041903"/>
              <a:gd name="connsiteX67" fmla="*/ 4061067 w 10020924"/>
              <a:gd name="connsiteY67" fmla="*/ 1522955 h 2041903"/>
              <a:gd name="connsiteX68" fmla="*/ 4061067 w 10020924"/>
              <a:gd name="connsiteY68" fmla="*/ 686668 h 2041903"/>
              <a:gd name="connsiteX69" fmla="*/ 3721291 w 10020924"/>
              <a:gd name="connsiteY69" fmla="*/ 686668 h 2041903"/>
              <a:gd name="connsiteX70" fmla="*/ 2809822 w 10020924"/>
              <a:gd name="connsiteY70" fmla="*/ 452019 h 2041903"/>
              <a:gd name="connsiteX71" fmla="*/ 3016077 w 10020924"/>
              <a:gd name="connsiteY71" fmla="*/ 572753 h 2041903"/>
              <a:gd name="connsiteX72" fmla="*/ 3381948 w 10020924"/>
              <a:gd name="connsiteY72" fmla="*/ 1270566 h 2041903"/>
              <a:gd name="connsiteX73" fmla="*/ 3400240 w 10020924"/>
              <a:gd name="connsiteY73" fmla="*/ 1281756 h 2041903"/>
              <a:gd name="connsiteX74" fmla="*/ 3406134 w 10020924"/>
              <a:gd name="connsiteY74" fmla="*/ 1255736 h 2041903"/>
              <a:gd name="connsiteX75" fmla="*/ 3402657 w 10020924"/>
              <a:gd name="connsiteY75" fmla="*/ 1123946 h 2041903"/>
              <a:gd name="connsiteX76" fmla="*/ 3402657 w 10020924"/>
              <a:gd name="connsiteY76" fmla="*/ 463522 h 2041903"/>
              <a:gd name="connsiteX77" fmla="*/ 3639813 w 10020924"/>
              <a:gd name="connsiteY77" fmla="*/ 463522 h 2041903"/>
              <a:gd name="connsiteX78" fmla="*/ 3639813 w 10020924"/>
              <a:gd name="connsiteY78" fmla="*/ 1255333 h 2041903"/>
              <a:gd name="connsiteX79" fmla="*/ 3425426 w 10020924"/>
              <a:gd name="connsiteY79" fmla="*/ 1534727 h 2041903"/>
              <a:gd name="connsiteX80" fmla="*/ 3219125 w 10020924"/>
              <a:gd name="connsiteY80" fmla="*/ 1413949 h 2041903"/>
              <a:gd name="connsiteX81" fmla="*/ 2853165 w 10020924"/>
              <a:gd name="connsiteY81" fmla="*/ 716135 h 2041903"/>
              <a:gd name="connsiteX82" fmla="*/ 2834887 w 10020924"/>
              <a:gd name="connsiteY82" fmla="*/ 704930 h 2041903"/>
              <a:gd name="connsiteX83" fmla="*/ 2829009 w 10020924"/>
              <a:gd name="connsiteY83" fmla="*/ 730980 h 2041903"/>
              <a:gd name="connsiteX84" fmla="*/ 2832590 w 10020924"/>
              <a:gd name="connsiteY84" fmla="*/ 862725 h 2041903"/>
              <a:gd name="connsiteX85" fmla="*/ 2832590 w 10020924"/>
              <a:gd name="connsiteY85" fmla="*/ 1523194 h 2041903"/>
              <a:gd name="connsiteX86" fmla="*/ 2595360 w 10020924"/>
              <a:gd name="connsiteY86" fmla="*/ 1523194 h 2041903"/>
              <a:gd name="connsiteX87" fmla="*/ 2595360 w 10020924"/>
              <a:gd name="connsiteY87" fmla="*/ 731368 h 2041903"/>
              <a:gd name="connsiteX88" fmla="*/ 2809822 w 10020924"/>
              <a:gd name="connsiteY88" fmla="*/ 452019 h 2041903"/>
              <a:gd name="connsiteX89" fmla="*/ 1079247 w 10020924"/>
              <a:gd name="connsiteY89" fmla="*/ 330967 h 2041903"/>
              <a:gd name="connsiteX90" fmla="*/ 952084 w 10020924"/>
              <a:gd name="connsiteY90" fmla="*/ 465588 h 2041903"/>
              <a:gd name="connsiteX91" fmla="*/ 887125 w 10020924"/>
              <a:gd name="connsiteY91" fmla="*/ 684091 h 2041903"/>
              <a:gd name="connsiteX92" fmla="*/ 940315 w 10020924"/>
              <a:gd name="connsiteY92" fmla="*/ 833769 h 2041903"/>
              <a:gd name="connsiteX93" fmla="*/ 1079206 w 10020924"/>
              <a:gd name="connsiteY93" fmla="*/ 894946 h 2041903"/>
              <a:gd name="connsiteX94" fmla="*/ 1218097 w 10020924"/>
              <a:gd name="connsiteY94" fmla="*/ 833769 h 2041903"/>
              <a:gd name="connsiteX95" fmla="*/ 1271286 w 10020924"/>
              <a:gd name="connsiteY95" fmla="*/ 684091 h 2041903"/>
              <a:gd name="connsiteX96" fmla="*/ 1206328 w 10020924"/>
              <a:gd name="connsiteY96" fmla="*/ 465588 h 2041903"/>
              <a:gd name="connsiteX97" fmla="*/ 1079247 w 10020924"/>
              <a:gd name="connsiteY97" fmla="*/ 330967 h 2041903"/>
              <a:gd name="connsiteX98" fmla="*/ 805966 w 10020924"/>
              <a:gd name="connsiteY98" fmla="*/ 263259 h 2041903"/>
              <a:gd name="connsiteX99" fmla="*/ 446364 w 10020924"/>
              <a:gd name="connsiteY99" fmla="*/ 449558 h 2041903"/>
              <a:gd name="connsiteX100" fmla="*/ 316290 w 10020924"/>
              <a:gd name="connsiteY100" fmla="*/ 671430 h 2041903"/>
              <a:gd name="connsiteX101" fmla="*/ 265280 w 10020924"/>
              <a:gd name="connsiteY101" fmla="*/ 958605 h 2041903"/>
              <a:gd name="connsiteX102" fmla="*/ 329833 w 10020924"/>
              <a:gd name="connsiteY102" fmla="*/ 1280240 h 2041903"/>
              <a:gd name="connsiteX103" fmla="*/ 505249 w 10020924"/>
              <a:gd name="connsiteY103" fmla="*/ 1539802 h 2041903"/>
              <a:gd name="connsiteX104" fmla="*/ 764163 w 10020924"/>
              <a:gd name="connsiteY104" fmla="*/ 1713204 h 2041903"/>
              <a:gd name="connsiteX105" fmla="*/ 1079208 w 10020924"/>
              <a:gd name="connsiteY105" fmla="*/ 1776358 h 2041903"/>
              <a:gd name="connsiteX106" fmla="*/ 1394254 w 10020924"/>
              <a:gd name="connsiteY106" fmla="*/ 1713204 h 2041903"/>
              <a:gd name="connsiteX107" fmla="*/ 1653167 w 10020924"/>
              <a:gd name="connsiteY107" fmla="*/ 1539802 h 2041903"/>
              <a:gd name="connsiteX108" fmla="*/ 1828584 w 10020924"/>
              <a:gd name="connsiteY108" fmla="*/ 1280240 h 2041903"/>
              <a:gd name="connsiteX109" fmla="*/ 1893137 w 10020924"/>
              <a:gd name="connsiteY109" fmla="*/ 958605 h 2041903"/>
              <a:gd name="connsiteX110" fmla="*/ 1843297 w 10020924"/>
              <a:gd name="connsiteY110" fmla="*/ 674433 h 2041903"/>
              <a:gd name="connsiteX111" fmla="*/ 1715171 w 10020924"/>
              <a:gd name="connsiteY111" fmla="*/ 452650 h 2041903"/>
              <a:gd name="connsiteX112" fmla="*/ 1352451 w 10020924"/>
              <a:gd name="connsiteY112" fmla="*/ 263259 h 2041903"/>
              <a:gd name="connsiteX113" fmla="*/ 1489332 w 10020924"/>
              <a:gd name="connsiteY113" fmla="*/ 469668 h 2041903"/>
              <a:gd name="connsiteX114" fmla="*/ 1533501 w 10020924"/>
              <a:gd name="connsiteY114" fmla="*/ 697463 h 2041903"/>
              <a:gd name="connsiteX115" fmla="*/ 1395669 w 10020924"/>
              <a:gd name="connsiteY115" fmla="*/ 1031243 h 2041903"/>
              <a:gd name="connsiteX116" fmla="*/ 1079208 w 10020924"/>
              <a:gd name="connsiteY116" fmla="*/ 1160853 h 2041903"/>
              <a:gd name="connsiteX117" fmla="*/ 762748 w 10020924"/>
              <a:gd name="connsiteY117" fmla="*/ 1031243 h 2041903"/>
              <a:gd name="connsiteX118" fmla="*/ 624916 w 10020924"/>
              <a:gd name="connsiteY118" fmla="*/ 697463 h 2041903"/>
              <a:gd name="connsiteX119" fmla="*/ 673201 w 10020924"/>
              <a:gd name="connsiteY119" fmla="*/ 463015 h 2041903"/>
              <a:gd name="connsiteX120" fmla="*/ 805966 w 10020924"/>
              <a:gd name="connsiteY120" fmla="*/ 263259 h 2041903"/>
              <a:gd name="connsiteX121" fmla="*/ 817834 w 10020924"/>
              <a:gd name="connsiteY121" fmla="*/ 0 h 2041903"/>
              <a:gd name="connsiteX122" fmla="*/ 963091 w 10020924"/>
              <a:gd name="connsiteY122" fmla="*/ 14770 h 2041903"/>
              <a:gd name="connsiteX123" fmla="*/ 1079167 w 10020924"/>
              <a:gd name="connsiteY123" fmla="*/ 48893 h 2041903"/>
              <a:gd name="connsiteX124" fmla="*/ 1194646 w 10020924"/>
              <a:gd name="connsiteY124" fmla="*/ 14436 h 2041903"/>
              <a:gd name="connsiteX125" fmla="*/ 1340583 w 10020924"/>
              <a:gd name="connsiteY125" fmla="*/ 0 h 2041903"/>
              <a:gd name="connsiteX126" fmla="*/ 1649693 w 10020924"/>
              <a:gd name="connsiteY126" fmla="*/ 72213 h 2041903"/>
              <a:gd name="connsiteX127" fmla="*/ 1910677 w 10020924"/>
              <a:gd name="connsiteY127" fmla="*/ 272891 h 2041903"/>
              <a:gd name="connsiteX128" fmla="*/ 2091072 w 10020924"/>
              <a:gd name="connsiteY128" fmla="*/ 578096 h 2041903"/>
              <a:gd name="connsiteX129" fmla="*/ 2158417 w 10020924"/>
              <a:gd name="connsiteY129" fmla="*/ 963886 h 2041903"/>
              <a:gd name="connsiteX130" fmla="*/ 2071704 w 10020924"/>
              <a:gd name="connsiteY130" fmla="*/ 1388805 h 2041903"/>
              <a:gd name="connsiteX131" fmla="*/ 1837251 w 10020924"/>
              <a:gd name="connsiteY131" fmla="*/ 1730875 h 2041903"/>
              <a:gd name="connsiteX132" fmla="*/ 1493585 w 10020924"/>
              <a:gd name="connsiteY132" fmla="*/ 1958956 h 2041903"/>
              <a:gd name="connsiteX133" fmla="*/ 1079208 w 10020924"/>
              <a:gd name="connsiteY133" fmla="*/ 2041903 h 2041903"/>
              <a:gd name="connsiteX134" fmla="*/ 664832 w 10020924"/>
              <a:gd name="connsiteY134" fmla="*/ 1958956 h 2041903"/>
              <a:gd name="connsiteX135" fmla="*/ 321166 w 10020924"/>
              <a:gd name="connsiteY135" fmla="*/ 1730875 h 2041903"/>
              <a:gd name="connsiteX136" fmla="*/ 86713 w 10020924"/>
              <a:gd name="connsiteY136" fmla="*/ 1388805 h 2041903"/>
              <a:gd name="connsiteX137" fmla="*/ 0 w 10020924"/>
              <a:gd name="connsiteY137" fmla="*/ 963886 h 2041903"/>
              <a:gd name="connsiteX138" fmla="*/ 67345 w 10020924"/>
              <a:gd name="connsiteY138" fmla="*/ 578096 h 2041903"/>
              <a:gd name="connsiteX139" fmla="*/ 247740 w 10020924"/>
              <a:gd name="connsiteY139" fmla="*/ 272891 h 2041903"/>
              <a:gd name="connsiteX140" fmla="*/ 508723 w 10020924"/>
              <a:gd name="connsiteY140" fmla="*/ 72213 h 2041903"/>
              <a:gd name="connsiteX141" fmla="*/ 817834 w 10020924"/>
              <a:gd name="connsiteY141" fmla="*/ 0 h 20419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</a:cxnLst>
            <a:rect l="l" t="t" r="r" b="b"/>
            <a:pathLst>
              <a:path w="10020924" h="2041903">
                <a:moveTo>
                  <a:pt x="9329240" y="1080290"/>
                </a:moveTo>
                <a:cubicBezTo>
                  <a:pt x="9292358" y="1080290"/>
                  <a:pt x="9251983" y="1096116"/>
                  <a:pt x="9251983" y="1187029"/>
                </a:cubicBezTo>
                <a:cubicBezTo>
                  <a:pt x="9251983" y="1277880"/>
                  <a:pt x="9292801" y="1296468"/>
                  <a:pt x="9329240" y="1296468"/>
                </a:cubicBezTo>
                <a:lnTo>
                  <a:pt x="9782722" y="1296468"/>
                </a:lnTo>
                <a:lnTo>
                  <a:pt x="9782722" y="1080290"/>
                </a:lnTo>
                <a:close/>
                <a:moveTo>
                  <a:pt x="7331825" y="1080290"/>
                </a:moveTo>
                <a:cubicBezTo>
                  <a:pt x="7294927" y="1080290"/>
                  <a:pt x="7254583" y="1096116"/>
                  <a:pt x="7254583" y="1187029"/>
                </a:cubicBezTo>
                <a:cubicBezTo>
                  <a:pt x="7254583" y="1277880"/>
                  <a:pt x="7295379" y="1296468"/>
                  <a:pt x="7331825" y="1296468"/>
                </a:cubicBezTo>
                <a:lnTo>
                  <a:pt x="7785307" y="1296468"/>
                </a:lnTo>
                <a:lnTo>
                  <a:pt x="7785307" y="1080290"/>
                </a:lnTo>
                <a:close/>
                <a:moveTo>
                  <a:pt x="6171264" y="689323"/>
                </a:moveTo>
                <a:lnTo>
                  <a:pt x="6171264" y="1297318"/>
                </a:lnTo>
                <a:lnTo>
                  <a:pt x="6558679" y="1297318"/>
                </a:lnTo>
                <a:cubicBezTo>
                  <a:pt x="6645146" y="1297318"/>
                  <a:pt x="6679368" y="1257837"/>
                  <a:pt x="6679368" y="1156413"/>
                </a:cubicBezTo>
                <a:lnTo>
                  <a:pt x="6679368" y="830244"/>
                </a:lnTo>
                <a:cubicBezTo>
                  <a:pt x="6679368" y="728827"/>
                  <a:pt x="6645146" y="689323"/>
                  <a:pt x="6558679" y="689323"/>
                </a:cubicBezTo>
                <a:close/>
                <a:moveTo>
                  <a:pt x="9072763" y="463851"/>
                </a:moveTo>
                <a:lnTo>
                  <a:pt x="9678449" y="463851"/>
                </a:lnTo>
                <a:cubicBezTo>
                  <a:pt x="9932730" y="463851"/>
                  <a:pt x="10020924" y="559816"/>
                  <a:pt x="10020924" y="826574"/>
                </a:cubicBezTo>
                <a:lnTo>
                  <a:pt x="10020924" y="1522671"/>
                </a:lnTo>
                <a:lnTo>
                  <a:pt x="9304207" y="1522671"/>
                </a:lnTo>
                <a:cubicBezTo>
                  <a:pt x="9111641" y="1522671"/>
                  <a:pt x="9015771" y="1435849"/>
                  <a:pt x="9015771" y="1219793"/>
                </a:cubicBezTo>
                <a:lnTo>
                  <a:pt x="9015771" y="1169781"/>
                </a:lnTo>
                <a:cubicBezTo>
                  <a:pt x="9015771" y="959714"/>
                  <a:pt x="9108248" y="866738"/>
                  <a:pt x="9294061" y="866738"/>
                </a:cubicBezTo>
                <a:lnTo>
                  <a:pt x="9782829" y="866738"/>
                </a:lnTo>
                <a:cubicBezTo>
                  <a:pt x="9782829" y="858122"/>
                  <a:pt x="9782707" y="829861"/>
                  <a:pt x="9782707" y="829349"/>
                </a:cubicBezTo>
                <a:cubicBezTo>
                  <a:pt x="9782707" y="727955"/>
                  <a:pt x="9749047" y="688428"/>
                  <a:pt x="9662481" y="688428"/>
                </a:cubicBezTo>
                <a:lnTo>
                  <a:pt x="9072763" y="688428"/>
                </a:lnTo>
                <a:close/>
                <a:moveTo>
                  <a:pt x="8071817" y="463851"/>
                </a:moveTo>
                <a:lnTo>
                  <a:pt x="8991911" y="463851"/>
                </a:lnTo>
                <a:lnTo>
                  <a:pt x="8991911" y="686668"/>
                </a:lnTo>
                <a:lnTo>
                  <a:pt x="8652240" y="686668"/>
                </a:lnTo>
                <a:lnTo>
                  <a:pt x="8652240" y="1522955"/>
                </a:lnTo>
                <a:lnTo>
                  <a:pt x="8411534" y="1522955"/>
                </a:lnTo>
                <a:lnTo>
                  <a:pt x="8411534" y="686668"/>
                </a:lnTo>
                <a:lnTo>
                  <a:pt x="8071817" y="686668"/>
                </a:lnTo>
                <a:close/>
                <a:moveTo>
                  <a:pt x="7075333" y="463851"/>
                </a:moveTo>
                <a:lnTo>
                  <a:pt x="7681075" y="463851"/>
                </a:lnTo>
                <a:cubicBezTo>
                  <a:pt x="7935303" y="463851"/>
                  <a:pt x="8023424" y="559816"/>
                  <a:pt x="8023417" y="826574"/>
                </a:cubicBezTo>
                <a:lnTo>
                  <a:pt x="8023417" y="1522671"/>
                </a:lnTo>
                <a:lnTo>
                  <a:pt x="7306759" y="1522671"/>
                </a:lnTo>
                <a:cubicBezTo>
                  <a:pt x="7114170" y="1522671"/>
                  <a:pt x="7018293" y="1435849"/>
                  <a:pt x="7018293" y="1219793"/>
                </a:cubicBezTo>
                <a:lnTo>
                  <a:pt x="7018293" y="1169781"/>
                </a:lnTo>
                <a:cubicBezTo>
                  <a:pt x="7018293" y="959714"/>
                  <a:pt x="7110792" y="866738"/>
                  <a:pt x="7296628" y="866738"/>
                </a:cubicBezTo>
                <a:lnTo>
                  <a:pt x="7785307" y="866738"/>
                </a:lnTo>
                <a:lnTo>
                  <a:pt x="7785307" y="829349"/>
                </a:lnTo>
                <a:cubicBezTo>
                  <a:pt x="7785307" y="727955"/>
                  <a:pt x="7751547" y="688428"/>
                  <a:pt x="7665080" y="688428"/>
                </a:cubicBezTo>
                <a:lnTo>
                  <a:pt x="7075333" y="688428"/>
                </a:lnTo>
                <a:close/>
                <a:moveTo>
                  <a:pt x="5930572" y="463851"/>
                </a:moveTo>
                <a:lnTo>
                  <a:pt x="6574718" y="463851"/>
                </a:lnTo>
                <a:cubicBezTo>
                  <a:pt x="6817412" y="463851"/>
                  <a:pt x="6925013" y="557409"/>
                  <a:pt x="6925013" y="834884"/>
                </a:cubicBezTo>
                <a:lnTo>
                  <a:pt x="6925013" y="1151743"/>
                </a:lnTo>
                <a:cubicBezTo>
                  <a:pt x="6925013" y="1394650"/>
                  <a:pt x="6843589" y="1522671"/>
                  <a:pt x="6585968" y="1522671"/>
                </a:cubicBezTo>
                <a:lnTo>
                  <a:pt x="5930572" y="1522671"/>
                </a:lnTo>
                <a:close/>
                <a:moveTo>
                  <a:pt x="4717895" y="463851"/>
                </a:moveTo>
                <a:lnTo>
                  <a:pt x="5638093" y="463851"/>
                </a:lnTo>
                <a:lnTo>
                  <a:pt x="5638093" y="686668"/>
                </a:lnTo>
                <a:lnTo>
                  <a:pt x="5298318" y="686668"/>
                </a:lnTo>
                <a:lnTo>
                  <a:pt x="5298318" y="1522955"/>
                </a:lnTo>
                <a:lnTo>
                  <a:pt x="5057626" y="1522955"/>
                </a:lnTo>
                <a:lnTo>
                  <a:pt x="5057626" y="686668"/>
                </a:lnTo>
                <a:lnTo>
                  <a:pt x="4717895" y="686668"/>
                </a:lnTo>
                <a:close/>
                <a:moveTo>
                  <a:pt x="3721291" y="463851"/>
                </a:moveTo>
                <a:lnTo>
                  <a:pt x="4641430" y="463851"/>
                </a:lnTo>
                <a:lnTo>
                  <a:pt x="4641430" y="686668"/>
                </a:lnTo>
                <a:lnTo>
                  <a:pt x="4301654" y="686668"/>
                </a:lnTo>
                <a:lnTo>
                  <a:pt x="4301654" y="1522955"/>
                </a:lnTo>
                <a:lnTo>
                  <a:pt x="4061067" y="1522955"/>
                </a:lnTo>
                <a:lnTo>
                  <a:pt x="4061067" y="686668"/>
                </a:lnTo>
                <a:lnTo>
                  <a:pt x="3721291" y="686668"/>
                </a:lnTo>
                <a:close/>
                <a:moveTo>
                  <a:pt x="2809822" y="452019"/>
                </a:moveTo>
                <a:cubicBezTo>
                  <a:pt x="2915562" y="452019"/>
                  <a:pt x="2970732" y="501487"/>
                  <a:pt x="3016077" y="572753"/>
                </a:cubicBezTo>
                <a:cubicBezTo>
                  <a:pt x="3055320" y="634446"/>
                  <a:pt x="3376830" y="1260842"/>
                  <a:pt x="3381948" y="1270566"/>
                </a:cubicBezTo>
                <a:cubicBezTo>
                  <a:pt x="3386677" y="1279328"/>
                  <a:pt x="3393442" y="1285729"/>
                  <a:pt x="3400240" y="1281756"/>
                </a:cubicBezTo>
                <a:cubicBezTo>
                  <a:pt x="3406237" y="1278349"/>
                  <a:pt x="3406646" y="1267378"/>
                  <a:pt x="3406134" y="1255736"/>
                </a:cubicBezTo>
                <a:cubicBezTo>
                  <a:pt x="3405492" y="1241619"/>
                  <a:pt x="3402657" y="1171378"/>
                  <a:pt x="3402657" y="1123946"/>
                </a:cubicBezTo>
                <a:lnTo>
                  <a:pt x="3402657" y="463522"/>
                </a:lnTo>
                <a:lnTo>
                  <a:pt x="3639813" y="463522"/>
                </a:lnTo>
                <a:lnTo>
                  <a:pt x="3639813" y="1255333"/>
                </a:lnTo>
                <a:cubicBezTo>
                  <a:pt x="3639813" y="1491113"/>
                  <a:pt x="3523557" y="1534727"/>
                  <a:pt x="3425426" y="1534727"/>
                </a:cubicBezTo>
                <a:cubicBezTo>
                  <a:pt x="3319670" y="1534727"/>
                  <a:pt x="3264509" y="1485221"/>
                  <a:pt x="3219125" y="1413949"/>
                </a:cubicBezTo>
                <a:cubicBezTo>
                  <a:pt x="3155813" y="1314503"/>
                  <a:pt x="2857763" y="724966"/>
                  <a:pt x="2853165" y="716135"/>
                </a:cubicBezTo>
                <a:cubicBezTo>
                  <a:pt x="2848558" y="707335"/>
                  <a:pt x="2841793" y="701034"/>
                  <a:pt x="2834887" y="704930"/>
                </a:cubicBezTo>
                <a:cubicBezTo>
                  <a:pt x="2829005" y="708344"/>
                  <a:pt x="2828497" y="719338"/>
                  <a:pt x="2829009" y="730980"/>
                </a:cubicBezTo>
                <a:cubicBezTo>
                  <a:pt x="2829628" y="745090"/>
                  <a:pt x="2832590" y="815378"/>
                  <a:pt x="2832590" y="862725"/>
                </a:cubicBezTo>
                <a:lnTo>
                  <a:pt x="2832590" y="1523194"/>
                </a:lnTo>
                <a:lnTo>
                  <a:pt x="2595360" y="1523194"/>
                </a:lnTo>
                <a:lnTo>
                  <a:pt x="2595360" y="731368"/>
                </a:lnTo>
                <a:cubicBezTo>
                  <a:pt x="2595360" y="495611"/>
                  <a:pt x="2711606" y="452019"/>
                  <a:pt x="2809822" y="452019"/>
                </a:cubicBezTo>
                <a:close/>
                <a:moveTo>
                  <a:pt x="1079247" y="330967"/>
                </a:moveTo>
                <a:cubicBezTo>
                  <a:pt x="1039101" y="354484"/>
                  <a:pt x="989740" y="403598"/>
                  <a:pt x="952084" y="465588"/>
                </a:cubicBezTo>
                <a:cubicBezTo>
                  <a:pt x="914427" y="527577"/>
                  <a:pt x="887125" y="603548"/>
                  <a:pt x="887125" y="684091"/>
                </a:cubicBezTo>
                <a:cubicBezTo>
                  <a:pt x="887125" y="743091"/>
                  <a:pt x="906578" y="795805"/>
                  <a:pt x="940315" y="833769"/>
                </a:cubicBezTo>
                <a:cubicBezTo>
                  <a:pt x="974052" y="871732"/>
                  <a:pt x="1022072" y="894946"/>
                  <a:pt x="1079206" y="894946"/>
                </a:cubicBezTo>
                <a:cubicBezTo>
                  <a:pt x="1136340" y="894946"/>
                  <a:pt x="1184360" y="871732"/>
                  <a:pt x="1218097" y="833769"/>
                </a:cubicBezTo>
                <a:cubicBezTo>
                  <a:pt x="1251833" y="795805"/>
                  <a:pt x="1271286" y="743091"/>
                  <a:pt x="1271286" y="684091"/>
                </a:cubicBezTo>
                <a:cubicBezTo>
                  <a:pt x="1271286" y="603548"/>
                  <a:pt x="1243984" y="527577"/>
                  <a:pt x="1206328" y="465588"/>
                </a:cubicBezTo>
                <a:cubicBezTo>
                  <a:pt x="1168672" y="403598"/>
                  <a:pt x="1110735" y="347874"/>
                  <a:pt x="1079247" y="330967"/>
                </a:cubicBezTo>
                <a:close/>
                <a:moveTo>
                  <a:pt x="805966" y="263259"/>
                </a:moveTo>
                <a:cubicBezTo>
                  <a:pt x="686954" y="257894"/>
                  <a:pt x="551782" y="326830"/>
                  <a:pt x="446364" y="449558"/>
                </a:cubicBezTo>
                <a:cubicBezTo>
                  <a:pt x="393654" y="510922"/>
                  <a:pt x="348383" y="585734"/>
                  <a:pt x="316290" y="671430"/>
                </a:cubicBezTo>
                <a:cubicBezTo>
                  <a:pt x="284196" y="757125"/>
                  <a:pt x="265280" y="853705"/>
                  <a:pt x="265280" y="958605"/>
                </a:cubicBezTo>
                <a:cubicBezTo>
                  <a:pt x="265280" y="1073486"/>
                  <a:pt x="288318" y="1182036"/>
                  <a:pt x="329833" y="1280240"/>
                </a:cubicBezTo>
                <a:cubicBezTo>
                  <a:pt x="371348" y="1378444"/>
                  <a:pt x="431341" y="1466303"/>
                  <a:pt x="505249" y="1539802"/>
                </a:cubicBezTo>
                <a:cubicBezTo>
                  <a:pt x="579158" y="1613301"/>
                  <a:pt x="666983" y="1672440"/>
                  <a:pt x="764163" y="1713204"/>
                </a:cubicBezTo>
                <a:cubicBezTo>
                  <a:pt x="861343" y="1753969"/>
                  <a:pt x="967878" y="1776358"/>
                  <a:pt x="1079208" y="1776358"/>
                </a:cubicBezTo>
                <a:cubicBezTo>
                  <a:pt x="1190538" y="1776358"/>
                  <a:pt x="1297074" y="1753969"/>
                  <a:pt x="1394254" y="1713204"/>
                </a:cubicBezTo>
                <a:cubicBezTo>
                  <a:pt x="1491434" y="1672440"/>
                  <a:pt x="1579259" y="1613301"/>
                  <a:pt x="1653167" y="1539802"/>
                </a:cubicBezTo>
                <a:cubicBezTo>
                  <a:pt x="1727076" y="1466303"/>
                  <a:pt x="1787068" y="1378444"/>
                  <a:pt x="1828584" y="1280240"/>
                </a:cubicBezTo>
                <a:cubicBezTo>
                  <a:pt x="1870099" y="1182036"/>
                  <a:pt x="1893137" y="1073486"/>
                  <a:pt x="1893137" y="958605"/>
                </a:cubicBezTo>
                <a:cubicBezTo>
                  <a:pt x="1893137" y="855344"/>
                  <a:pt x="1874740" y="759689"/>
                  <a:pt x="1843297" y="674433"/>
                </a:cubicBezTo>
                <a:cubicBezTo>
                  <a:pt x="1811852" y="589176"/>
                  <a:pt x="1767361" y="514318"/>
                  <a:pt x="1715171" y="452650"/>
                </a:cubicBezTo>
                <a:cubicBezTo>
                  <a:pt x="1610792" y="329313"/>
                  <a:pt x="1475621" y="258738"/>
                  <a:pt x="1352451" y="263259"/>
                </a:cubicBezTo>
                <a:cubicBezTo>
                  <a:pt x="1412945" y="322179"/>
                  <a:pt x="1458865" y="394141"/>
                  <a:pt x="1489332" y="469668"/>
                </a:cubicBezTo>
                <a:cubicBezTo>
                  <a:pt x="1519800" y="545194"/>
                  <a:pt x="1534815" y="624285"/>
                  <a:pt x="1533501" y="697463"/>
                </a:cubicBezTo>
                <a:cubicBezTo>
                  <a:pt x="1533501" y="833577"/>
                  <a:pt x="1479467" y="949424"/>
                  <a:pt x="1395669" y="1031243"/>
                </a:cubicBezTo>
                <a:cubicBezTo>
                  <a:pt x="1311871" y="1113062"/>
                  <a:pt x="1198308" y="1160853"/>
                  <a:pt x="1079208" y="1160853"/>
                </a:cubicBezTo>
                <a:cubicBezTo>
                  <a:pt x="960109" y="1160853"/>
                  <a:pt x="846546" y="1113062"/>
                  <a:pt x="762748" y="1031243"/>
                </a:cubicBezTo>
                <a:cubicBezTo>
                  <a:pt x="678950" y="949424"/>
                  <a:pt x="624916" y="833577"/>
                  <a:pt x="624916" y="697463"/>
                </a:cubicBezTo>
                <a:cubicBezTo>
                  <a:pt x="624916" y="618236"/>
                  <a:pt x="642018" y="537734"/>
                  <a:pt x="673201" y="463015"/>
                </a:cubicBezTo>
                <a:cubicBezTo>
                  <a:pt x="704383" y="388296"/>
                  <a:pt x="749646" y="319359"/>
                  <a:pt x="805966" y="263259"/>
                </a:cubicBezTo>
                <a:close/>
                <a:moveTo>
                  <a:pt x="817834" y="0"/>
                </a:moveTo>
                <a:cubicBezTo>
                  <a:pt x="866589" y="0"/>
                  <a:pt x="917272" y="5772"/>
                  <a:pt x="963091" y="14770"/>
                </a:cubicBezTo>
                <a:cubicBezTo>
                  <a:pt x="1008909" y="23768"/>
                  <a:pt x="1049865" y="35991"/>
                  <a:pt x="1079167" y="48893"/>
                </a:cubicBezTo>
                <a:cubicBezTo>
                  <a:pt x="1107617" y="35545"/>
                  <a:pt x="1148593" y="23322"/>
                  <a:pt x="1194646" y="14436"/>
                </a:cubicBezTo>
                <a:cubicBezTo>
                  <a:pt x="1240699" y="5549"/>
                  <a:pt x="1291827" y="0"/>
                  <a:pt x="1340583" y="0"/>
                </a:cubicBezTo>
                <a:cubicBezTo>
                  <a:pt x="1448034" y="0"/>
                  <a:pt x="1552874" y="25401"/>
                  <a:pt x="1649693" y="72213"/>
                </a:cubicBezTo>
                <a:cubicBezTo>
                  <a:pt x="1746513" y="119025"/>
                  <a:pt x="1835310" y="187248"/>
                  <a:pt x="1910677" y="272891"/>
                </a:cubicBezTo>
                <a:cubicBezTo>
                  <a:pt x="1986043" y="358535"/>
                  <a:pt x="2047978" y="461600"/>
                  <a:pt x="2091072" y="578096"/>
                </a:cubicBezTo>
                <a:cubicBezTo>
                  <a:pt x="2134165" y="694592"/>
                  <a:pt x="2158417" y="824518"/>
                  <a:pt x="2158417" y="963886"/>
                </a:cubicBezTo>
                <a:cubicBezTo>
                  <a:pt x="2158417" y="1115873"/>
                  <a:pt x="2127372" y="1259243"/>
                  <a:pt x="2071704" y="1388805"/>
                </a:cubicBezTo>
                <a:cubicBezTo>
                  <a:pt x="2016036" y="1518366"/>
                  <a:pt x="1935744" y="1634120"/>
                  <a:pt x="1837251" y="1730875"/>
                </a:cubicBezTo>
                <a:cubicBezTo>
                  <a:pt x="1738759" y="1827631"/>
                  <a:pt x="1622064" y="1905388"/>
                  <a:pt x="1493585" y="1958956"/>
                </a:cubicBezTo>
                <a:cubicBezTo>
                  <a:pt x="1365105" y="2012524"/>
                  <a:pt x="1224841" y="2041903"/>
                  <a:pt x="1079208" y="2041903"/>
                </a:cubicBezTo>
                <a:cubicBezTo>
                  <a:pt x="933576" y="2041903"/>
                  <a:pt x="793312" y="2012524"/>
                  <a:pt x="664832" y="1958956"/>
                </a:cubicBezTo>
                <a:cubicBezTo>
                  <a:pt x="536353" y="1905388"/>
                  <a:pt x="419658" y="1827631"/>
                  <a:pt x="321166" y="1730875"/>
                </a:cubicBezTo>
                <a:cubicBezTo>
                  <a:pt x="222673" y="1634120"/>
                  <a:pt x="142381" y="1518366"/>
                  <a:pt x="86713" y="1388805"/>
                </a:cubicBezTo>
                <a:cubicBezTo>
                  <a:pt x="31045" y="1259243"/>
                  <a:pt x="0" y="1115873"/>
                  <a:pt x="0" y="963886"/>
                </a:cubicBezTo>
                <a:cubicBezTo>
                  <a:pt x="0" y="824518"/>
                  <a:pt x="24252" y="694592"/>
                  <a:pt x="67345" y="578096"/>
                </a:cubicBezTo>
                <a:cubicBezTo>
                  <a:pt x="110439" y="461600"/>
                  <a:pt x="172374" y="358535"/>
                  <a:pt x="247740" y="272891"/>
                </a:cubicBezTo>
                <a:cubicBezTo>
                  <a:pt x="323106" y="187248"/>
                  <a:pt x="411904" y="119025"/>
                  <a:pt x="508723" y="72213"/>
                </a:cubicBezTo>
                <a:cubicBezTo>
                  <a:pt x="605542" y="25401"/>
                  <a:pt x="710382" y="0"/>
                  <a:pt x="817834" y="0"/>
                </a:cubicBezTo>
                <a:close/>
              </a:path>
            </a:pathLst>
          </a:custGeom>
          <a:solidFill>
            <a:srgbClr val="0072BC"/>
          </a:solidFill>
          <a:ln w="7639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67179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55" r:id="rId1"/>
    <p:sldLayoutId id="2147484156" r:id="rId2"/>
  </p:sldLayoutIdLst>
  <p:hf hd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kern="1200">
          <a:solidFill>
            <a:schemeClr val="bg1"/>
          </a:solidFill>
          <a:latin typeface="Georgia" panose="02040502050405020303" pitchFamily="18" charset="0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None/>
        <a:defRPr sz="2000" kern="1200">
          <a:solidFill>
            <a:srgbClr val="2E404D"/>
          </a:solidFill>
          <a:latin typeface="+mn-lt"/>
          <a:ea typeface="+mn-ea"/>
          <a:cs typeface="+mn-cs"/>
        </a:defRPr>
      </a:lvl1pPr>
      <a:lvl2pPr marL="457200" indent="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">
            <a:extLst>
              <a:ext uri="{FF2B5EF4-FFF2-40B4-BE49-F238E27FC236}">
                <a16:creationId xmlns:a16="http://schemas.microsoft.com/office/drawing/2014/main" id="{634BA0EC-9CEF-D6D5-870B-6C584540BAA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24601"/>
            <a:ext cx="1295400" cy="3048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 noProof="0" dirty="0"/>
              <a:t>November 2025</a:t>
            </a:r>
          </a:p>
        </p:txBody>
      </p:sp>
      <p:sp>
        <p:nvSpPr>
          <p:cNvPr id="5" name="Legal">
            <a:extLst>
              <a:ext uri="{FF2B5EF4-FFF2-40B4-BE49-F238E27FC236}">
                <a16:creationId xmlns:a16="http://schemas.microsoft.com/office/drawing/2014/main" id="{E10867FC-9AA0-D55B-9EAE-A4F0F6197B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828800" y="6324602"/>
            <a:ext cx="4114800" cy="3048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2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 noProof="0"/>
              <a:t>NTT DATA, Inc.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CC985B73-0F18-F280-6DFA-98D9E7E3C5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438400"/>
            <a:ext cx="4953000" cy="1371600"/>
          </a:xfrm>
          <a:prstGeom prst="rect">
            <a:avLst/>
          </a:prstGeom>
        </p:spPr>
        <p:txBody>
          <a:bodyPr vert="horz" lIns="0" tIns="45720" rIns="0" bIns="45720" rtlCol="0" anchor="b">
            <a:noAutofit/>
          </a:bodyPr>
          <a:lstStyle/>
          <a:p>
            <a:r>
              <a:rPr lang="en-US" noProof="0"/>
              <a:t>Click to edit title</a:t>
            </a:r>
          </a:p>
        </p:txBody>
      </p:sp>
      <p:sp>
        <p:nvSpPr>
          <p:cNvPr id="6" name="NTT DATA Global Logo" descr="NTT DATA Global Logo">
            <a:extLst>
              <a:ext uri="{FF2B5EF4-FFF2-40B4-BE49-F238E27FC236}">
                <a16:creationId xmlns:a16="http://schemas.microsoft.com/office/drawing/2014/main" id="{3C36CBDA-07E1-6588-F97E-5F366DDBDF53}"/>
              </a:ext>
            </a:extLst>
          </p:cNvPr>
          <p:cNvSpPr/>
          <p:nvPr userDrawn="1"/>
        </p:nvSpPr>
        <p:spPr bwMode="black">
          <a:xfrm>
            <a:off x="402336" y="320040"/>
            <a:ext cx="1956816" cy="398728"/>
          </a:xfrm>
          <a:custGeom>
            <a:avLst/>
            <a:gdLst>
              <a:gd name="connsiteX0" fmla="*/ 9329240 w 10020924"/>
              <a:gd name="connsiteY0" fmla="*/ 1080290 h 2041903"/>
              <a:gd name="connsiteX1" fmla="*/ 9251983 w 10020924"/>
              <a:gd name="connsiteY1" fmla="*/ 1187029 h 2041903"/>
              <a:gd name="connsiteX2" fmla="*/ 9329240 w 10020924"/>
              <a:gd name="connsiteY2" fmla="*/ 1296468 h 2041903"/>
              <a:gd name="connsiteX3" fmla="*/ 9782722 w 10020924"/>
              <a:gd name="connsiteY3" fmla="*/ 1296468 h 2041903"/>
              <a:gd name="connsiteX4" fmla="*/ 9782722 w 10020924"/>
              <a:gd name="connsiteY4" fmla="*/ 1080290 h 2041903"/>
              <a:gd name="connsiteX5" fmla="*/ 7331825 w 10020924"/>
              <a:gd name="connsiteY5" fmla="*/ 1080290 h 2041903"/>
              <a:gd name="connsiteX6" fmla="*/ 7254583 w 10020924"/>
              <a:gd name="connsiteY6" fmla="*/ 1187029 h 2041903"/>
              <a:gd name="connsiteX7" fmla="*/ 7331825 w 10020924"/>
              <a:gd name="connsiteY7" fmla="*/ 1296468 h 2041903"/>
              <a:gd name="connsiteX8" fmla="*/ 7785307 w 10020924"/>
              <a:gd name="connsiteY8" fmla="*/ 1296468 h 2041903"/>
              <a:gd name="connsiteX9" fmla="*/ 7785307 w 10020924"/>
              <a:gd name="connsiteY9" fmla="*/ 1080290 h 2041903"/>
              <a:gd name="connsiteX10" fmla="*/ 6171264 w 10020924"/>
              <a:gd name="connsiteY10" fmla="*/ 689323 h 2041903"/>
              <a:gd name="connsiteX11" fmla="*/ 6171264 w 10020924"/>
              <a:gd name="connsiteY11" fmla="*/ 1297318 h 2041903"/>
              <a:gd name="connsiteX12" fmla="*/ 6558679 w 10020924"/>
              <a:gd name="connsiteY12" fmla="*/ 1297318 h 2041903"/>
              <a:gd name="connsiteX13" fmla="*/ 6679368 w 10020924"/>
              <a:gd name="connsiteY13" fmla="*/ 1156413 h 2041903"/>
              <a:gd name="connsiteX14" fmla="*/ 6679368 w 10020924"/>
              <a:gd name="connsiteY14" fmla="*/ 830244 h 2041903"/>
              <a:gd name="connsiteX15" fmla="*/ 6558679 w 10020924"/>
              <a:gd name="connsiteY15" fmla="*/ 689323 h 2041903"/>
              <a:gd name="connsiteX16" fmla="*/ 9072763 w 10020924"/>
              <a:gd name="connsiteY16" fmla="*/ 463851 h 2041903"/>
              <a:gd name="connsiteX17" fmla="*/ 9678449 w 10020924"/>
              <a:gd name="connsiteY17" fmla="*/ 463851 h 2041903"/>
              <a:gd name="connsiteX18" fmla="*/ 10020924 w 10020924"/>
              <a:gd name="connsiteY18" fmla="*/ 826574 h 2041903"/>
              <a:gd name="connsiteX19" fmla="*/ 10020924 w 10020924"/>
              <a:gd name="connsiteY19" fmla="*/ 1522671 h 2041903"/>
              <a:gd name="connsiteX20" fmla="*/ 9304207 w 10020924"/>
              <a:gd name="connsiteY20" fmla="*/ 1522671 h 2041903"/>
              <a:gd name="connsiteX21" fmla="*/ 9015771 w 10020924"/>
              <a:gd name="connsiteY21" fmla="*/ 1219793 h 2041903"/>
              <a:gd name="connsiteX22" fmla="*/ 9015771 w 10020924"/>
              <a:gd name="connsiteY22" fmla="*/ 1169781 h 2041903"/>
              <a:gd name="connsiteX23" fmla="*/ 9294061 w 10020924"/>
              <a:gd name="connsiteY23" fmla="*/ 866738 h 2041903"/>
              <a:gd name="connsiteX24" fmla="*/ 9782829 w 10020924"/>
              <a:gd name="connsiteY24" fmla="*/ 866738 h 2041903"/>
              <a:gd name="connsiteX25" fmla="*/ 9782707 w 10020924"/>
              <a:gd name="connsiteY25" fmla="*/ 829349 h 2041903"/>
              <a:gd name="connsiteX26" fmla="*/ 9662481 w 10020924"/>
              <a:gd name="connsiteY26" fmla="*/ 688428 h 2041903"/>
              <a:gd name="connsiteX27" fmla="*/ 9072763 w 10020924"/>
              <a:gd name="connsiteY27" fmla="*/ 688428 h 2041903"/>
              <a:gd name="connsiteX28" fmla="*/ 8071817 w 10020924"/>
              <a:gd name="connsiteY28" fmla="*/ 463851 h 2041903"/>
              <a:gd name="connsiteX29" fmla="*/ 8991911 w 10020924"/>
              <a:gd name="connsiteY29" fmla="*/ 463851 h 2041903"/>
              <a:gd name="connsiteX30" fmla="*/ 8991911 w 10020924"/>
              <a:gd name="connsiteY30" fmla="*/ 686668 h 2041903"/>
              <a:gd name="connsiteX31" fmla="*/ 8652240 w 10020924"/>
              <a:gd name="connsiteY31" fmla="*/ 686668 h 2041903"/>
              <a:gd name="connsiteX32" fmla="*/ 8652240 w 10020924"/>
              <a:gd name="connsiteY32" fmla="*/ 1522955 h 2041903"/>
              <a:gd name="connsiteX33" fmla="*/ 8411534 w 10020924"/>
              <a:gd name="connsiteY33" fmla="*/ 1522955 h 2041903"/>
              <a:gd name="connsiteX34" fmla="*/ 8411534 w 10020924"/>
              <a:gd name="connsiteY34" fmla="*/ 686668 h 2041903"/>
              <a:gd name="connsiteX35" fmla="*/ 8071817 w 10020924"/>
              <a:gd name="connsiteY35" fmla="*/ 686668 h 2041903"/>
              <a:gd name="connsiteX36" fmla="*/ 7075333 w 10020924"/>
              <a:gd name="connsiteY36" fmla="*/ 463851 h 2041903"/>
              <a:gd name="connsiteX37" fmla="*/ 7681075 w 10020924"/>
              <a:gd name="connsiteY37" fmla="*/ 463851 h 2041903"/>
              <a:gd name="connsiteX38" fmla="*/ 8023417 w 10020924"/>
              <a:gd name="connsiteY38" fmla="*/ 826574 h 2041903"/>
              <a:gd name="connsiteX39" fmla="*/ 8023417 w 10020924"/>
              <a:gd name="connsiteY39" fmla="*/ 1522671 h 2041903"/>
              <a:gd name="connsiteX40" fmla="*/ 7306759 w 10020924"/>
              <a:gd name="connsiteY40" fmla="*/ 1522671 h 2041903"/>
              <a:gd name="connsiteX41" fmla="*/ 7018293 w 10020924"/>
              <a:gd name="connsiteY41" fmla="*/ 1219793 h 2041903"/>
              <a:gd name="connsiteX42" fmla="*/ 7018293 w 10020924"/>
              <a:gd name="connsiteY42" fmla="*/ 1169781 h 2041903"/>
              <a:gd name="connsiteX43" fmla="*/ 7296628 w 10020924"/>
              <a:gd name="connsiteY43" fmla="*/ 866738 h 2041903"/>
              <a:gd name="connsiteX44" fmla="*/ 7785307 w 10020924"/>
              <a:gd name="connsiteY44" fmla="*/ 866738 h 2041903"/>
              <a:gd name="connsiteX45" fmla="*/ 7785307 w 10020924"/>
              <a:gd name="connsiteY45" fmla="*/ 829349 h 2041903"/>
              <a:gd name="connsiteX46" fmla="*/ 7665080 w 10020924"/>
              <a:gd name="connsiteY46" fmla="*/ 688428 h 2041903"/>
              <a:gd name="connsiteX47" fmla="*/ 7075333 w 10020924"/>
              <a:gd name="connsiteY47" fmla="*/ 688428 h 2041903"/>
              <a:gd name="connsiteX48" fmla="*/ 5930572 w 10020924"/>
              <a:gd name="connsiteY48" fmla="*/ 463851 h 2041903"/>
              <a:gd name="connsiteX49" fmla="*/ 6574718 w 10020924"/>
              <a:gd name="connsiteY49" fmla="*/ 463851 h 2041903"/>
              <a:gd name="connsiteX50" fmla="*/ 6925013 w 10020924"/>
              <a:gd name="connsiteY50" fmla="*/ 834884 h 2041903"/>
              <a:gd name="connsiteX51" fmla="*/ 6925013 w 10020924"/>
              <a:gd name="connsiteY51" fmla="*/ 1151743 h 2041903"/>
              <a:gd name="connsiteX52" fmla="*/ 6585968 w 10020924"/>
              <a:gd name="connsiteY52" fmla="*/ 1522671 h 2041903"/>
              <a:gd name="connsiteX53" fmla="*/ 5930572 w 10020924"/>
              <a:gd name="connsiteY53" fmla="*/ 1522671 h 2041903"/>
              <a:gd name="connsiteX54" fmla="*/ 4717895 w 10020924"/>
              <a:gd name="connsiteY54" fmla="*/ 463851 h 2041903"/>
              <a:gd name="connsiteX55" fmla="*/ 5638093 w 10020924"/>
              <a:gd name="connsiteY55" fmla="*/ 463851 h 2041903"/>
              <a:gd name="connsiteX56" fmla="*/ 5638093 w 10020924"/>
              <a:gd name="connsiteY56" fmla="*/ 686668 h 2041903"/>
              <a:gd name="connsiteX57" fmla="*/ 5298318 w 10020924"/>
              <a:gd name="connsiteY57" fmla="*/ 686668 h 2041903"/>
              <a:gd name="connsiteX58" fmla="*/ 5298318 w 10020924"/>
              <a:gd name="connsiteY58" fmla="*/ 1522955 h 2041903"/>
              <a:gd name="connsiteX59" fmla="*/ 5057626 w 10020924"/>
              <a:gd name="connsiteY59" fmla="*/ 1522955 h 2041903"/>
              <a:gd name="connsiteX60" fmla="*/ 5057626 w 10020924"/>
              <a:gd name="connsiteY60" fmla="*/ 686668 h 2041903"/>
              <a:gd name="connsiteX61" fmla="*/ 4717895 w 10020924"/>
              <a:gd name="connsiteY61" fmla="*/ 686668 h 2041903"/>
              <a:gd name="connsiteX62" fmla="*/ 3721291 w 10020924"/>
              <a:gd name="connsiteY62" fmla="*/ 463851 h 2041903"/>
              <a:gd name="connsiteX63" fmla="*/ 4641430 w 10020924"/>
              <a:gd name="connsiteY63" fmla="*/ 463851 h 2041903"/>
              <a:gd name="connsiteX64" fmla="*/ 4641430 w 10020924"/>
              <a:gd name="connsiteY64" fmla="*/ 686668 h 2041903"/>
              <a:gd name="connsiteX65" fmla="*/ 4301654 w 10020924"/>
              <a:gd name="connsiteY65" fmla="*/ 686668 h 2041903"/>
              <a:gd name="connsiteX66" fmla="*/ 4301654 w 10020924"/>
              <a:gd name="connsiteY66" fmla="*/ 1522955 h 2041903"/>
              <a:gd name="connsiteX67" fmla="*/ 4061067 w 10020924"/>
              <a:gd name="connsiteY67" fmla="*/ 1522955 h 2041903"/>
              <a:gd name="connsiteX68" fmla="*/ 4061067 w 10020924"/>
              <a:gd name="connsiteY68" fmla="*/ 686668 h 2041903"/>
              <a:gd name="connsiteX69" fmla="*/ 3721291 w 10020924"/>
              <a:gd name="connsiteY69" fmla="*/ 686668 h 2041903"/>
              <a:gd name="connsiteX70" fmla="*/ 2809822 w 10020924"/>
              <a:gd name="connsiteY70" fmla="*/ 452019 h 2041903"/>
              <a:gd name="connsiteX71" fmla="*/ 3016077 w 10020924"/>
              <a:gd name="connsiteY71" fmla="*/ 572753 h 2041903"/>
              <a:gd name="connsiteX72" fmla="*/ 3381948 w 10020924"/>
              <a:gd name="connsiteY72" fmla="*/ 1270566 h 2041903"/>
              <a:gd name="connsiteX73" fmla="*/ 3400240 w 10020924"/>
              <a:gd name="connsiteY73" fmla="*/ 1281756 h 2041903"/>
              <a:gd name="connsiteX74" fmla="*/ 3406134 w 10020924"/>
              <a:gd name="connsiteY74" fmla="*/ 1255736 h 2041903"/>
              <a:gd name="connsiteX75" fmla="*/ 3402657 w 10020924"/>
              <a:gd name="connsiteY75" fmla="*/ 1123946 h 2041903"/>
              <a:gd name="connsiteX76" fmla="*/ 3402657 w 10020924"/>
              <a:gd name="connsiteY76" fmla="*/ 463522 h 2041903"/>
              <a:gd name="connsiteX77" fmla="*/ 3639813 w 10020924"/>
              <a:gd name="connsiteY77" fmla="*/ 463522 h 2041903"/>
              <a:gd name="connsiteX78" fmla="*/ 3639813 w 10020924"/>
              <a:gd name="connsiteY78" fmla="*/ 1255333 h 2041903"/>
              <a:gd name="connsiteX79" fmla="*/ 3425426 w 10020924"/>
              <a:gd name="connsiteY79" fmla="*/ 1534727 h 2041903"/>
              <a:gd name="connsiteX80" fmla="*/ 3219125 w 10020924"/>
              <a:gd name="connsiteY80" fmla="*/ 1413949 h 2041903"/>
              <a:gd name="connsiteX81" fmla="*/ 2853165 w 10020924"/>
              <a:gd name="connsiteY81" fmla="*/ 716135 h 2041903"/>
              <a:gd name="connsiteX82" fmla="*/ 2834887 w 10020924"/>
              <a:gd name="connsiteY82" fmla="*/ 704930 h 2041903"/>
              <a:gd name="connsiteX83" fmla="*/ 2829009 w 10020924"/>
              <a:gd name="connsiteY83" fmla="*/ 730980 h 2041903"/>
              <a:gd name="connsiteX84" fmla="*/ 2832590 w 10020924"/>
              <a:gd name="connsiteY84" fmla="*/ 862725 h 2041903"/>
              <a:gd name="connsiteX85" fmla="*/ 2832590 w 10020924"/>
              <a:gd name="connsiteY85" fmla="*/ 1523194 h 2041903"/>
              <a:gd name="connsiteX86" fmla="*/ 2595360 w 10020924"/>
              <a:gd name="connsiteY86" fmla="*/ 1523194 h 2041903"/>
              <a:gd name="connsiteX87" fmla="*/ 2595360 w 10020924"/>
              <a:gd name="connsiteY87" fmla="*/ 731368 h 2041903"/>
              <a:gd name="connsiteX88" fmla="*/ 2809822 w 10020924"/>
              <a:gd name="connsiteY88" fmla="*/ 452019 h 2041903"/>
              <a:gd name="connsiteX89" fmla="*/ 1079247 w 10020924"/>
              <a:gd name="connsiteY89" fmla="*/ 330967 h 2041903"/>
              <a:gd name="connsiteX90" fmla="*/ 952084 w 10020924"/>
              <a:gd name="connsiteY90" fmla="*/ 465588 h 2041903"/>
              <a:gd name="connsiteX91" fmla="*/ 887125 w 10020924"/>
              <a:gd name="connsiteY91" fmla="*/ 684091 h 2041903"/>
              <a:gd name="connsiteX92" fmla="*/ 940315 w 10020924"/>
              <a:gd name="connsiteY92" fmla="*/ 833769 h 2041903"/>
              <a:gd name="connsiteX93" fmla="*/ 1079206 w 10020924"/>
              <a:gd name="connsiteY93" fmla="*/ 894946 h 2041903"/>
              <a:gd name="connsiteX94" fmla="*/ 1218097 w 10020924"/>
              <a:gd name="connsiteY94" fmla="*/ 833769 h 2041903"/>
              <a:gd name="connsiteX95" fmla="*/ 1271286 w 10020924"/>
              <a:gd name="connsiteY95" fmla="*/ 684091 h 2041903"/>
              <a:gd name="connsiteX96" fmla="*/ 1206328 w 10020924"/>
              <a:gd name="connsiteY96" fmla="*/ 465588 h 2041903"/>
              <a:gd name="connsiteX97" fmla="*/ 1079247 w 10020924"/>
              <a:gd name="connsiteY97" fmla="*/ 330967 h 2041903"/>
              <a:gd name="connsiteX98" fmla="*/ 805966 w 10020924"/>
              <a:gd name="connsiteY98" fmla="*/ 263259 h 2041903"/>
              <a:gd name="connsiteX99" fmla="*/ 446364 w 10020924"/>
              <a:gd name="connsiteY99" fmla="*/ 449558 h 2041903"/>
              <a:gd name="connsiteX100" fmla="*/ 316290 w 10020924"/>
              <a:gd name="connsiteY100" fmla="*/ 671430 h 2041903"/>
              <a:gd name="connsiteX101" fmla="*/ 265280 w 10020924"/>
              <a:gd name="connsiteY101" fmla="*/ 958605 h 2041903"/>
              <a:gd name="connsiteX102" fmla="*/ 329833 w 10020924"/>
              <a:gd name="connsiteY102" fmla="*/ 1280240 h 2041903"/>
              <a:gd name="connsiteX103" fmla="*/ 505249 w 10020924"/>
              <a:gd name="connsiteY103" fmla="*/ 1539802 h 2041903"/>
              <a:gd name="connsiteX104" fmla="*/ 764163 w 10020924"/>
              <a:gd name="connsiteY104" fmla="*/ 1713204 h 2041903"/>
              <a:gd name="connsiteX105" fmla="*/ 1079208 w 10020924"/>
              <a:gd name="connsiteY105" fmla="*/ 1776358 h 2041903"/>
              <a:gd name="connsiteX106" fmla="*/ 1394254 w 10020924"/>
              <a:gd name="connsiteY106" fmla="*/ 1713204 h 2041903"/>
              <a:gd name="connsiteX107" fmla="*/ 1653167 w 10020924"/>
              <a:gd name="connsiteY107" fmla="*/ 1539802 h 2041903"/>
              <a:gd name="connsiteX108" fmla="*/ 1828584 w 10020924"/>
              <a:gd name="connsiteY108" fmla="*/ 1280240 h 2041903"/>
              <a:gd name="connsiteX109" fmla="*/ 1893137 w 10020924"/>
              <a:gd name="connsiteY109" fmla="*/ 958605 h 2041903"/>
              <a:gd name="connsiteX110" fmla="*/ 1843297 w 10020924"/>
              <a:gd name="connsiteY110" fmla="*/ 674433 h 2041903"/>
              <a:gd name="connsiteX111" fmla="*/ 1715171 w 10020924"/>
              <a:gd name="connsiteY111" fmla="*/ 452650 h 2041903"/>
              <a:gd name="connsiteX112" fmla="*/ 1352451 w 10020924"/>
              <a:gd name="connsiteY112" fmla="*/ 263259 h 2041903"/>
              <a:gd name="connsiteX113" fmla="*/ 1489332 w 10020924"/>
              <a:gd name="connsiteY113" fmla="*/ 469668 h 2041903"/>
              <a:gd name="connsiteX114" fmla="*/ 1533501 w 10020924"/>
              <a:gd name="connsiteY114" fmla="*/ 697463 h 2041903"/>
              <a:gd name="connsiteX115" fmla="*/ 1395669 w 10020924"/>
              <a:gd name="connsiteY115" fmla="*/ 1031243 h 2041903"/>
              <a:gd name="connsiteX116" fmla="*/ 1079208 w 10020924"/>
              <a:gd name="connsiteY116" fmla="*/ 1160853 h 2041903"/>
              <a:gd name="connsiteX117" fmla="*/ 762748 w 10020924"/>
              <a:gd name="connsiteY117" fmla="*/ 1031243 h 2041903"/>
              <a:gd name="connsiteX118" fmla="*/ 624916 w 10020924"/>
              <a:gd name="connsiteY118" fmla="*/ 697463 h 2041903"/>
              <a:gd name="connsiteX119" fmla="*/ 673201 w 10020924"/>
              <a:gd name="connsiteY119" fmla="*/ 463015 h 2041903"/>
              <a:gd name="connsiteX120" fmla="*/ 805966 w 10020924"/>
              <a:gd name="connsiteY120" fmla="*/ 263259 h 2041903"/>
              <a:gd name="connsiteX121" fmla="*/ 817834 w 10020924"/>
              <a:gd name="connsiteY121" fmla="*/ 0 h 2041903"/>
              <a:gd name="connsiteX122" fmla="*/ 963091 w 10020924"/>
              <a:gd name="connsiteY122" fmla="*/ 14770 h 2041903"/>
              <a:gd name="connsiteX123" fmla="*/ 1079167 w 10020924"/>
              <a:gd name="connsiteY123" fmla="*/ 48893 h 2041903"/>
              <a:gd name="connsiteX124" fmla="*/ 1194646 w 10020924"/>
              <a:gd name="connsiteY124" fmla="*/ 14436 h 2041903"/>
              <a:gd name="connsiteX125" fmla="*/ 1340583 w 10020924"/>
              <a:gd name="connsiteY125" fmla="*/ 0 h 2041903"/>
              <a:gd name="connsiteX126" fmla="*/ 1649693 w 10020924"/>
              <a:gd name="connsiteY126" fmla="*/ 72213 h 2041903"/>
              <a:gd name="connsiteX127" fmla="*/ 1910677 w 10020924"/>
              <a:gd name="connsiteY127" fmla="*/ 272891 h 2041903"/>
              <a:gd name="connsiteX128" fmla="*/ 2091072 w 10020924"/>
              <a:gd name="connsiteY128" fmla="*/ 578096 h 2041903"/>
              <a:gd name="connsiteX129" fmla="*/ 2158417 w 10020924"/>
              <a:gd name="connsiteY129" fmla="*/ 963886 h 2041903"/>
              <a:gd name="connsiteX130" fmla="*/ 2071704 w 10020924"/>
              <a:gd name="connsiteY130" fmla="*/ 1388805 h 2041903"/>
              <a:gd name="connsiteX131" fmla="*/ 1837251 w 10020924"/>
              <a:gd name="connsiteY131" fmla="*/ 1730875 h 2041903"/>
              <a:gd name="connsiteX132" fmla="*/ 1493585 w 10020924"/>
              <a:gd name="connsiteY132" fmla="*/ 1958956 h 2041903"/>
              <a:gd name="connsiteX133" fmla="*/ 1079208 w 10020924"/>
              <a:gd name="connsiteY133" fmla="*/ 2041903 h 2041903"/>
              <a:gd name="connsiteX134" fmla="*/ 664832 w 10020924"/>
              <a:gd name="connsiteY134" fmla="*/ 1958956 h 2041903"/>
              <a:gd name="connsiteX135" fmla="*/ 321166 w 10020924"/>
              <a:gd name="connsiteY135" fmla="*/ 1730875 h 2041903"/>
              <a:gd name="connsiteX136" fmla="*/ 86713 w 10020924"/>
              <a:gd name="connsiteY136" fmla="*/ 1388805 h 2041903"/>
              <a:gd name="connsiteX137" fmla="*/ 0 w 10020924"/>
              <a:gd name="connsiteY137" fmla="*/ 963886 h 2041903"/>
              <a:gd name="connsiteX138" fmla="*/ 67345 w 10020924"/>
              <a:gd name="connsiteY138" fmla="*/ 578096 h 2041903"/>
              <a:gd name="connsiteX139" fmla="*/ 247740 w 10020924"/>
              <a:gd name="connsiteY139" fmla="*/ 272891 h 2041903"/>
              <a:gd name="connsiteX140" fmla="*/ 508723 w 10020924"/>
              <a:gd name="connsiteY140" fmla="*/ 72213 h 2041903"/>
              <a:gd name="connsiteX141" fmla="*/ 817834 w 10020924"/>
              <a:gd name="connsiteY141" fmla="*/ 0 h 20419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</a:cxnLst>
            <a:rect l="l" t="t" r="r" b="b"/>
            <a:pathLst>
              <a:path w="10020924" h="2041903">
                <a:moveTo>
                  <a:pt x="9329240" y="1080290"/>
                </a:moveTo>
                <a:cubicBezTo>
                  <a:pt x="9292358" y="1080290"/>
                  <a:pt x="9251983" y="1096116"/>
                  <a:pt x="9251983" y="1187029"/>
                </a:cubicBezTo>
                <a:cubicBezTo>
                  <a:pt x="9251983" y="1277880"/>
                  <a:pt x="9292801" y="1296468"/>
                  <a:pt x="9329240" y="1296468"/>
                </a:cubicBezTo>
                <a:lnTo>
                  <a:pt x="9782722" y="1296468"/>
                </a:lnTo>
                <a:lnTo>
                  <a:pt x="9782722" y="1080290"/>
                </a:lnTo>
                <a:close/>
                <a:moveTo>
                  <a:pt x="7331825" y="1080290"/>
                </a:moveTo>
                <a:cubicBezTo>
                  <a:pt x="7294927" y="1080290"/>
                  <a:pt x="7254583" y="1096116"/>
                  <a:pt x="7254583" y="1187029"/>
                </a:cubicBezTo>
                <a:cubicBezTo>
                  <a:pt x="7254583" y="1277880"/>
                  <a:pt x="7295379" y="1296468"/>
                  <a:pt x="7331825" y="1296468"/>
                </a:cubicBezTo>
                <a:lnTo>
                  <a:pt x="7785307" y="1296468"/>
                </a:lnTo>
                <a:lnTo>
                  <a:pt x="7785307" y="1080290"/>
                </a:lnTo>
                <a:close/>
                <a:moveTo>
                  <a:pt x="6171264" y="689323"/>
                </a:moveTo>
                <a:lnTo>
                  <a:pt x="6171264" y="1297318"/>
                </a:lnTo>
                <a:lnTo>
                  <a:pt x="6558679" y="1297318"/>
                </a:lnTo>
                <a:cubicBezTo>
                  <a:pt x="6645146" y="1297318"/>
                  <a:pt x="6679368" y="1257837"/>
                  <a:pt x="6679368" y="1156413"/>
                </a:cubicBezTo>
                <a:lnTo>
                  <a:pt x="6679368" y="830244"/>
                </a:lnTo>
                <a:cubicBezTo>
                  <a:pt x="6679368" y="728827"/>
                  <a:pt x="6645146" y="689323"/>
                  <a:pt x="6558679" y="689323"/>
                </a:cubicBezTo>
                <a:close/>
                <a:moveTo>
                  <a:pt x="9072763" y="463851"/>
                </a:moveTo>
                <a:lnTo>
                  <a:pt x="9678449" y="463851"/>
                </a:lnTo>
                <a:cubicBezTo>
                  <a:pt x="9932730" y="463851"/>
                  <a:pt x="10020924" y="559816"/>
                  <a:pt x="10020924" y="826574"/>
                </a:cubicBezTo>
                <a:lnTo>
                  <a:pt x="10020924" y="1522671"/>
                </a:lnTo>
                <a:lnTo>
                  <a:pt x="9304207" y="1522671"/>
                </a:lnTo>
                <a:cubicBezTo>
                  <a:pt x="9111641" y="1522671"/>
                  <a:pt x="9015771" y="1435849"/>
                  <a:pt x="9015771" y="1219793"/>
                </a:cubicBezTo>
                <a:lnTo>
                  <a:pt x="9015771" y="1169781"/>
                </a:lnTo>
                <a:cubicBezTo>
                  <a:pt x="9015771" y="959714"/>
                  <a:pt x="9108248" y="866738"/>
                  <a:pt x="9294061" y="866738"/>
                </a:cubicBezTo>
                <a:lnTo>
                  <a:pt x="9782829" y="866738"/>
                </a:lnTo>
                <a:cubicBezTo>
                  <a:pt x="9782829" y="858122"/>
                  <a:pt x="9782707" y="829861"/>
                  <a:pt x="9782707" y="829349"/>
                </a:cubicBezTo>
                <a:cubicBezTo>
                  <a:pt x="9782707" y="727955"/>
                  <a:pt x="9749047" y="688428"/>
                  <a:pt x="9662481" y="688428"/>
                </a:cubicBezTo>
                <a:lnTo>
                  <a:pt x="9072763" y="688428"/>
                </a:lnTo>
                <a:close/>
                <a:moveTo>
                  <a:pt x="8071817" y="463851"/>
                </a:moveTo>
                <a:lnTo>
                  <a:pt x="8991911" y="463851"/>
                </a:lnTo>
                <a:lnTo>
                  <a:pt x="8991911" y="686668"/>
                </a:lnTo>
                <a:lnTo>
                  <a:pt x="8652240" y="686668"/>
                </a:lnTo>
                <a:lnTo>
                  <a:pt x="8652240" y="1522955"/>
                </a:lnTo>
                <a:lnTo>
                  <a:pt x="8411534" y="1522955"/>
                </a:lnTo>
                <a:lnTo>
                  <a:pt x="8411534" y="686668"/>
                </a:lnTo>
                <a:lnTo>
                  <a:pt x="8071817" y="686668"/>
                </a:lnTo>
                <a:close/>
                <a:moveTo>
                  <a:pt x="7075333" y="463851"/>
                </a:moveTo>
                <a:lnTo>
                  <a:pt x="7681075" y="463851"/>
                </a:lnTo>
                <a:cubicBezTo>
                  <a:pt x="7935303" y="463851"/>
                  <a:pt x="8023424" y="559816"/>
                  <a:pt x="8023417" y="826574"/>
                </a:cubicBezTo>
                <a:lnTo>
                  <a:pt x="8023417" y="1522671"/>
                </a:lnTo>
                <a:lnTo>
                  <a:pt x="7306759" y="1522671"/>
                </a:lnTo>
                <a:cubicBezTo>
                  <a:pt x="7114170" y="1522671"/>
                  <a:pt x="7018293" y="1435849"/>
                  <a:pt x="7018293" y="1219793"/>
                </a:cubicBezTo>
                <a:lnTo>
                  <a:pt x="7018293" y="1169781"/>
                </a:lnTo>
                <a:cubicBezTo>
                  <a:pt x="7018293" y="959714"/>
                  <a:pt x="7110792" y="866738"/>
                  <a:pt x="7296628" y="866738"/>
                </a:cubicBezTo>
                <a:lnTo>
                  <a:pt x="7785307" y="866738"/>
                </a:lnTo>
                <a:lnTo>
                  <a:pt x="7785307" y="829349"/>
                </a:lnTo>
                <a:cubicBezTo>
                  <a:pt x="7785307" y="727955"/>
                  <a:pt x="7751547" y="688428"/>
                  <a:pt x="7665080" y="688428"/>
                </a:cubicBezTo>
                <a:lnTo>
                  <a:pt x="7075333" y="688428"/>
                </a:lnTo>
                <a:close/>
                <a:moveTo>
                  <a:pt x="5930572" y="463851"/>
                </a:moveTo>
                <a:lnTo>
                  <a:pt x="6574718" y="463851"/>
                </a:lnTo>
                <a:cubicBezTo>
                  <a:pt x="6817412" y="463851"/>
                  <a:pt x="6925013" y="557409"/>
                  <a:pt x="6925013" y="834884"/>
                </a:cubicBezTo>
                <a:lnTo>
                  <a:pt x="6925013" y="1151743"/>
                </a:lnTo>
                <a:cubicBezTo>
                  <a:pt x="6925013" y="1394650"/>
                  <a:pt x="6843589" y="1522671"/>
                  <a:pt x="6585968" y="1522671"/>
                </a:cubicBezTo>
                <a:lnTo>
                  <a:pt x="5930572" y="1522671"/>
                </a:lnTo>
                <a:close/>
                <a:moveTo>
                  <a:pt x="4717895" y="463851"/>
                </a:moveTo>
                <a:lnTo>
                  <a:pt x="5638093" y="463851"/>
                </a:lnTo>
                <a:lnTo>
                  <a:pt x="5638093" y="686668"/>
                </a:lnTo>
                <a:lnTo>
                  <a:pt x="5298318" y="686668"/>
                </a:lnTo>
                <a:lnTo>
                  <a:pt x="5298318" y="1522955"/>
                </a:lnTo>
                <a:lnTo>
                  <a:pt x="5057626" y="1522955"/>
                </a:lnTo>
                <a:lnTo>
                  <a:pt x="5057626" y="686668"/>
                </a:lnTo>
                <a:lnTo>
                  <a:pt x="4717895" y="686668"/>
                </a:lnTo>
                <a:close/>
                <a:moveTo>
                  <a:pt x="3721291" y="463851"/>
                </a:moveTo>
                <a:lnTo>
                  <a:pt x="4641430" y="463851"/>
                </a:lnTo>
                <a:lnTo>
                  <a:pt x="4641430" y="686668"/>
                </a:lnTo>
                <a:lnTo>
                  <a:pt x="4301654" y="686668"/>
                </a:lnTo>
                <a:lnTo>
                  <a:pt x="4301654" y="1522955"/>
                </a:lnTo>
                <a:lnTo>
                  <a:pt x="4061067" y="1522955"/>
                </a:lnTo>
                <a:lnTo>
                  <a:pt x="4061067" y="686668"/>
                </a:lnTo>
                <a:lnTo>
                  <a:pt x="3721291" y="686668"/>
                </a:lnTo>
                <a:close/>
                <a:moveTo>
                  <a:pt x="2809822" y="452019"/>
                </a:moveTo>
                <a:cubicBezTo>
                  <a:pt x="2915562" y="452019"/>
                  <a:pt x="2970732" y="501487"/>
                  <a:pt x="3016077" y="572753"/>
                </a:cubicBezTo>
                <a:cubicBezTo>
                  <a:pt x="3055320" y="634446"/>
                  <a:pt x="3376830" y="1260842"/>
                  <a:pt x="3381948" y="1270566"/>
                </a:cubicBezTo>
                <a:cubicBezTo>
                  <a:pt x="3386677" y="1279328"/>
                  <a:pt x="3393442" y="1285729"/>
                  <a:pt x="3400240" y="1281756"/>
                </a:cubicBezTo>
                <a:cubicBezTo>
                  <a:pt x="3406237" y="1278349"/>
                  <a:pt x="3406646" y="1267378"/>
                  <a:pt x="3406134" y="1255736"/>
                </a:cubicBezTo>
                <a:cubicBezTo>
                  <a:pt x="3405492" y="1241619"/>
                  <a:pt x="3402657" y="1171378"/>
                  <a:pt x="3402657" y="1123946"/>
                </a:cubicBezTo>
                <a:lnTo>
                  <a:pt x="3402657" y="463522"/>
                </a:lnTo>
                <a:lnTo>
                  <a:pt x="3639813" y="463522"/>
                </a:lnTo>
                <a:lnTo>
                  <a:pt x="3639813" y="1255333"/>
                </a:lnTo>
                <a:cubicBezTo>
                  <a:pt x="3639813" y="1491113"/>
                  <a:pt x="3523557" y="1534727"/>
                  <a:pt x="3425426" y="1534727"/>
                </a:cubicBezTo>
                <a:cubicBezTo>
                  <a:pt x="3319670" y="1534727"/>
                  <a:pt x="3264509" y="1485221"/>
                  <a:pt x="3219125" y="1413949"/>
                </a:cubicBezTo>
                <a:cubicBezTo>
                  <a:pt x="3155813" y="1314503"/>
                  <a:pt x="2857763" y="724966"/>
                  <a:pt x="2853165" y="716135"/>
                </a:cubicBezTo>
                <a:cubicBezTo>
                  <a:pt x="2848558" y="707335"/>
                  <a:pt x="2841793" y="701034"/>
                  <a:pt x="2834887" y="704930"/>
                </a:cubicBezTo>
                <a:cubicBezTo>
                  <a:pt x="2829005" y="708344"/>
                  <a:pt x="2828497" y="719338"/>
                  <a:pt x="2829009" y="730980"/>
                </a:cubicBezTo>
                <a:cubicBezTo>
                  <a:pt x="2829628" y="745090"/>
                  <a:pt x="2832590" y="815378"/>
                  <a:pt x="2832590" y="862725"/>
                </a:cubicBezTo>
                <a:lnTo>
                  <a:pt x="2832590" y="1523194"/>
                </a:lnTo>
                <a:lnTo>
                  <a:pt x="2595360" y="1523194"/>
                </a:lnTo>
                <a:lnTo>
                  <a:pt x="2595360" y="731368"/>
                </a:lnTo>
                <a:cubicBezTo>
                  <a:pt x="2595360" y="495611"/>
                  <a:pt x="2711606" y="452019"/>
                  <a:pt x="2809822" y="452019"/>
                </a:cubicBezTo>
                <a:close/>
                <a:moveTo>
                  <a:pt x="1079247" y="330967"/>
                </a:moveTo>
                <a:cubicBezTo>
                  <a:pt x="1039101" y="354484"/>
                  <a:pt x="989740" y="403598"/>
                  <a:pt x="952084" y="465588"/>
                </a:cubicBezTo>
                <a:cubicBezTo>
                  <a:pt x="914427" y="527577"/>
                  <a:pt x="887125" y="603548"/>
                  <a:pt x="887125" y="684091"/>
                </a:cubicBezTo>
                <a:cubicBezTo>
                  <a:pt x="887125" y="743091"/>
                  <a:pt x="906578" y="795805"/>
                  <a:pt x="940315" y="833769"/>
                </a:cubicBezTo>
                <a:cubicBezTo>
                  <a:pt x="974052" y="871732"/>
                  <a:pt x="1022072" y="894946"/>
                  <a:pt x="1079206" y="894946"/>
                </a:cubicBezTo>
                <a:cubicBezTo>
                  <a:pt x="1136340" y="894946"/>
                  <a:pt x="1184360" y="871732"/>
                  <a:pt x="1218097" y="833769"/>
                </a:cubicBezTo>
                <a:cubicBezTo>
                  <a:pt x="1251833" y="795805"/>
                  <a:pt x="1271286" y="743091"/>
                  <a:pt x="1271286" y="684091"/>
                </a:cubicBezTo>
                <a:cubicBezTo>
                  <a:pt x="1271286" y="603548"/>
                  <a:pt x="1243984" y="527577"/>
                  <a:pt x="1206328" y="465588"/>
                </a:cubicBezTo>
                <a:cubicBezTo>
                  <a:pt x="1168672" y="403598"/>
                  <a:pt x="1110735" y="347874"/>
                  <a:pt x="1079247" y="330967"/>
                </a:cubicBezTo>
                <a:close/>
                <a:moveTo>
                  <a:pt x="805966" y="263259"/>
                </a:moveTo>
                <a:cubicBezTo>
                  <a:pt x="686954" y="257894"/>
                  <a:pt x="551782" y="326830"/>
                  <a:pt x="446364" y="449558"/>
                </a:cubicBezTo>
                <a:cubicBezTo>
                  <a:pt x="393654" y="510922"/>
                  <a:pt x="348383" y="585734"/>
                  <a:pt x="316290" y="671430"/>
                </a:cubicBezTo>
                <a:cubicBezTo>
                  <a:pt x="284196" y="757125"/>
                  <a:pt x="265280" y="853705"/>
                  <a:pt x="265280" y="958605"/>
                </a:cubicBezTo>
                <a:cubicBezTo>
                  <a:pt x="265280" y="1073486"/>
                  <a:pt x="288318" y="1182036"/>
                  <a:pt x="329833" y="1280240"/>
                </a:cubicBezTo>
                <a:cubicBezTo>
                  <a:pt x="371348" y="1378444"/>
                  <a:pt x="431341" y="1466303"/>
                  <a:pt x="505249" y="1539802"/>
                </a:cubicBezTo>
                <a:cubicBezTo>
                  <a:pt x="579158" y="1613301"/>
                  <a:pt x="666983" y="1672440"/>
                  <a:pt x="764163" y="1713204"/>
                </a:cubicBezTo>
                <a:cubicBezTo>
                  <a:pt x="861343" y="1753969"/>
                  <a:pt x="967878" y="1776358"/>
                  <a:pt x="1079208" y="1776358"/>
                </a:cubicBezTo>
                <a:cubicBezTo>
                  <a:pt x="1190538" y="1776358"/>
                  <a:pt x="1297074" y="1753969"/>
                  <a:pt x="1394254" y="1713204"/>
                </a:cubicBezTo>
                <a:cubicBezTo>
                  <a:pt x="1491434" y="1672440"/>
                  <a:pt x="1579259" y="1613301"/>
                  <a:pt x="1653167" y="1539802"/>
                </a:cubicBezTo>
                <a:cubicBezTo>
                  <a:pt x="1727076" y="1466303"/>
                  <a:pt x="1787068" y="1378444"/>
                  <a:pt x="1828584" y="1280240"/>
                </a:cubicBezTo>
                <a:cubicBezTo>
                  <a:pt x="1870099" y="1182036"/>
                  <a:pt x="1893137" y="1073486"/>
                  <a:pt x="1893137" y="958605"/>
                </a:cubicBezTo>
                <a:cubicBezTo>
                  <a:pt x="1893137" y="855344"/>
                  <a:pt x="1874740" y="759689"/>
                  <a:pt x="1843297" y="674433"/>
                </a:cubicBezTo>
                <a:cubicBezTo>
                  <a:pt x="1811852" y="589176"/>
                  <a:pt x="1767361" y="514318"/>
                  <a:pt x="1715171" y="452650"/>
                </a:cubicBezTo>
                <a:cubicBezTo>
                  <a:pt x="1610792" y="329313"/>
                  <a:pt x="1475621" y="258738"/>
                  <a:pt x="1352451" y="263259"/>
                </a:cubicBezTo>
                <a:cubicBezTo>
                  <a:pt x="1412945" y="322179"/>
                  <a:pt x="1458865" y="394141"/>
                  <a:pt x="1489332" y="469668"/>
                </a:cubicBezTo>
                <a:cubicBezTo>
                  <a:pt x="1519800" y="545194"/>
                  <a:pt x="1534815" y="624285"/>
                  <a:pt x="1533501" y="697463"/>
                </a:cubicBezTo>
                <a:cubicBezTo>
                  <a:pt x="1533501" y="833577"/>
                  <a:pt x="1479467" y="949424"/>
                  <a:pt x="1395669" y="1031243"/>
                </a:cubicBezTo>
                <a:cubicBezTo>
                  <a:pt x="1311871" y="1113062"/>
                  <a:pt x="1198308" y="1160853"/>
                  <a:pt x="1079208" y="1160853"/>
                </a:cubicBezTo>
                <a:cubicBezTo>
                  <a:pt x="960109" y="1160853"/>
                  <a:pt x="846546" y="1113062"/>
                  <a:pt x="762748" y="1031243"/>
                </a:cubicBezTo>
                <a:cubicBezTo>
                  <a:pt x="678950" y="949424"/>
                  <a:pt x="624916" y="833577"/>
                  <a:pt x="624916" y="697463"/>
                </a:cubicBezTo>
                <a:cubicBezTo>
                  <a:pt x="624916" y="618236"/>
                  <a:pt x="642018" y="537734"/>
                  <a:pt x="673201" y="463015"/>
                </a:cubicBezTo>
                <a:cubicBezTo>
                  <a:pt x="704383" y="388296"/>
                  <a:pt x="749646" y="319359"/>
                  <a:pt x="805966" y="263259"/>
                </a:cubicBezTo>
                <a:close/>
                <a:moveTo>
                  <a:pt x="817834" y="0"/>
                </a:moveTo>
                <a:cubicBezTo>
                  <a:pt x="866589" y="0"/>
                  <a:pt x="917272" y="5772"/>
                  <a:pt x="963091" y="14770"/>
                </a:cubicBezTo>
                <a:cubicBezTo>
                  <a:pt x="1008909" y="23768"/>
                  <a:pt x="1049865" y="35991"/>
                  <a:pt x="1079167" y="48893"/>
                </a:cubicBezTo>
                <a:cubicBezTo>
                  <a:pt x="1107617" y="35545"/>
                  <a:pt x="1148593" y="23322"/>
                  <a:pt x="1194646" y="14436"/>
                </a:cubicBezTo>
                <a:cubicBezTo>
                  <a:pt x="1240699" y="5549"/>
                  <a:pt x="1291827" y="0"/>
                  <a:pt x="1340583" y="0"/>
                </a:cubicBezTo>
                <a:cubicBezTo>
                  <a:pt x="1448034" y="0"/>
                  <a:pt x="1552874" y="25401"/>
                  <a:pt x="1649693" y="72213"/>
                </a:cubicBezTo>
                <a:cubicBezTo>
                  <a:pt x="1746513" y="119025"/>
                  <a:pt x="1835310" y="187248"/>
                  <a:pt x="1910677" y="272891"/>
                </a:cubicBezTo>
                <a:cubicBezTo>
                  <a:pt x="1986043" y="358535"/>
                  <a:pt x="2047978" y="461600"/>
                  <a:pt x="2091072" y="578096"/>
                </a:cubicBezTo>
                <a:cubicBezTo>
                  <a:pt x="2134165" y="694592"/>
                  <a:pt x="2158417" y="824518"/>
                  <a:pt x="2158417" y="963886"/>
                </a:cubicBezTo>
                <a:cubicBezTo>
                  <a:pt x="2158417" y="1115873"/>
                  <a:pt x="2127372" y="1259243"/>
                  <a:pt x="2071704" y="1388805"/>
                </a:cubicBezTo>
                <a:cubicBezTo>
                  <a:pt x="2016036" y="1518366"/>
                  <a:pt x="1935744" y="1634120"/>
                  <a:pt x="1837251" y="1730875"/>
                </a:cubicBezTo>
                <a:cubicBezTo>
                  <a:pt x="1738759" y="1827631"/>
                  <a:pt x="1622064" y="1905388"/>
                  <a:pt x="1493585" y="1958956"/>
                </a:cubicBezTo>
                <a:cubicBezTo>
                  <a:pt x="1365105" y="2012524"/>
                  <a:pt x="1224841" y="2041903"/>
                  <a:pt x="1079208" y="2041903"/>
                </a:cubicBezTo>
                <a:cubicBezTo>
                  <a:pt x="933576" y="2041903"/>
                  <a:pt x="793312" y="2012524"/>
                  <a:pt x="664832" y="1958956"/>
                </a:cubicBezTo>
                <a:cubicBezTo>
                  <a:pt x="536353" y="1905388"/>
                  <a:pt x="419658" y="1827631"/>
                  <a:pt x="321166" y="1730875"/>
                </a:cubicBezTo>
                <a:cubicBezTo>
                  <a:pt x="222673" y="1634120"/>
                  <a:pt x="142381" y="1518366"/>
                  <a:pt x="86713" y="1388805"/>
                </a:cubicBezTo>
                <a:cubicBezTo>
                  <a:pt x="31045" y="1259243"/>
                  <a:pt x="0" y="1115873"/>
                  <a:pt x="0" y="963886"/>
                </a:cubicBezTo>
                <a:cubicBezTo>
                  <a:pt x="0" y="824518"/>
                  <a:pt x="24252" y="694592"/>
                  <a:pt x="67345" y="578096"/>
                </a:cubicBezTo>
                <a:cubicBezTo>
                  <a:pt x="110439" y="461600"/>
                  <a:pt x="172374" y="358535"/>
                  <a:pt x="247740" y="272891"/>
                </a:cubicBezTo>
                <a:cubicBezTo>
                  <a:pt x="323106" y="187248"/>
                  <a:pt x="411904" y="119025"/>
                  <a:pt x="508723" y="72213"/>
                </a:cubicBezTo>
                <a:cubicBezTo>
                  <a:pt x="605542" y="25401"/>
                  <a:pt x="710382" y="0"/>
                  <a:pt x="817834" y="0"/>
                </a:cubicBezTo>
                <a:close/>
              </a:path>
            </a:pathLst>
          </a:custGeom>
          <a:solidFill>
            <a:schemeClr val="tx1"/>
          </a:solidFill>
          <a:ln w="7639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16245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49" r:id="rId1"/>
    <p:sldLayoutId id="2147484050" r:id="rId2"/>
  </p:sldLayoutIdLst>
  <p:hf hd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lang="en-US" sz="4800" b="0" i="0" kern="1200" dirty="0">
          <a:solidFill>
            <a:srgbClr val="F8F8F8"/>
          </a:solidFill>
          <a:latin typeface="Georgia" panose="02040502050405020303" pitchFamily="18" charset="0"/>
          <a:ea typeface="+mj-ea"/>
          <a:cs typeface="Times New Roman" panose="02020603050405020304" pitchFamily="18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lang="en-US" sz="2000" b="0" i="0" kern="1200" dirty="0" smtClean="0">
          <a:solidFill>
            <a:srgbClr val="F8F8F8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">
            <a:extLst>
              <a:ext uri="{FF2B5EF4-FFF2-40B4-BE49-F238E27FC236}">
                <a16:creationId xmlns:a16="http://schemas.microsoft.com/office/drawing/2014/main" id="{1186516B-39F7-0349-EBD6-2E8D804DAB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24601"/>
            <a:ext cx="1295400" cy="3048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200">
                <a:solidFill>
                  <a:srgbClr val="F8F8F8"/>
                </a:solidFill>
              </a:defRPr>
            </a:lvl1pPr>
          </a:lstStyle>
          <a:p>
            <a:r>
              <a:rPr lang="en-US" noProof="0" dirty="0"/>
              <a:t>November 2025</a:t>
            </a:r>
          </a:p>
        </p:txBody>
      </p:sp>
      <p:sp>
        <p:nvSpPr>
          <p:cNvPr id="7" name="Legal">
            <a:extLst>
              <a:ext uri="{FF2B5EF4-FFF2-40B4-BE49-F238E27FC236}">
                <a16:creationId xmlns:a16="http://schemas.microsoft.com/office/drawing/2014/main" id="{AFA71394-3F9A-5F92-B57D-92D1ABAED62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828800" y="6324602"/>
            <a:ext cx="4114800" cy="3048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200" b="0" i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r>
              <a:rPr lang="en-US" noProof="0"/>
              <a:t>NTT DATA, Inc.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CC985B73-0F18-F280-6DFA-98D9E7E3C5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438400"/>
            <a:ext cx="4953000" cy="1371600"/>
          </a:xfrm>
          <a:prstGeom prst="rect">
            <a:avLst/>
          </a:prstGeom>
        </p:spPr>
        <p:txBody>
          <a:bodyPr vert="horz" lIns="0" tIns="45720" rIns="0" bIns="45720" rtlCol="0" anchor="b">
            <a:noAutofit/>
          </a:bodyPr>
          <a:lstStyle/>
          <a:p>
            <a:r>
              <a:rPr lang="en-US" noProof="0"/>
              <a:t>Click to edit title</a:t>
            </a:r>
          </a:p>
        </p:txBody>
      </p:sp>
      <p:sp>
        <p:nvSpPr>
          <p:cNvPr id="4" name="NTT DATA Global Logo" descr="NTT DATA Global Logo">
            <a:extLst>
              <a:ext uri="{FF2B5EF4-FFF2-40B4-BE49-F238E27FC236}">
                <a16:creationId xmlns:a16="http://schemas.microsoft.com/office/drawing/2014/main" id="{18254DDE-CB0C-92D7-A6B5-768C00414CCB}"/>
              </a:ext>
            </a:extLst>
          </p:cNvPr>
          <p:cNvSpPr/>
          <p:nvPr userDrawn="1"/>
        </p:nvSpPr>
        <p:spPr bwMode="black">
          <a:xfrm>
            <a:off x="402336" y="320040"/>
            <a:ext cx="1956816" cy="398728"/>
          </a:xfrm>
          <a:custGeom>
            <a:avLst/>
            <a:gdLst>
              <a:gd name="connsiteX0" fmla="*/ 9329240 w 10020924"/>
              <a:gd name="connsiteY0" fmla="*/ 1080290 h 2041903"/>
              <a:gd name="connsiteX1" fmla="*/ 9251983 w 10020924"/>
              <a:gd name="connsiteY1" fmla="*/ 1187029 h 2041903"/>
              <a:gd name="connsiteX2" fmla="*/ 9329240 w 10020924"/>
              <a:gd name="connsiteY2" fmla="*/ 1296468 h 2041903"/>
              <a:gd name="connsiteX3" fmla="*/ 9782722 w 10020924"/>
              <a:gd name="connsiteY3" fmla="*/ 1296468 h 2041903"/>
              <a:gd name="connsiteX4" fmla="*/ 9782722 w 10020924"/>
              <a:gd name="connsiteY4" fmla="*/ 1080290 h 2041903"/>
              <a:gd name="connsiteX5" fmla="*/ 7331825 w 10020924"/>
              <a:gd name="connsiteY5" fmla="*/ 1080290 h 2041903"/>
              <a:gd name="connsiteX6" fmla="*/ 7254583 w 10020924"/>
              <a:gd name="connsiteY6" fmla="*/ 1187029 h 2041903"/>
              <a:gd name="connsiteX7" fmla="*/ 7331825 w 10020924"/>
              <a:gd name="connsiteY7" fmla="*/ 1296468 h 2041903"/>
              <a:gd name="connsiteX8" fmla="*/ 7785307 w 10020924"/>
              <a:gd name="connsiteY8" fmla="*/ 1296468 h 2041903"/>
              <a:gd name="connsiteX9" fmla="*/ 7785307 w 10020924"/>
              <a:gd name="connsiteY9" fmla="*/ 1080290 h 2041903"/>
              <a:gd name="connsiteX10" fmla="*/ 6171264 w 10020924"/>
              <a:gd name="connsiteY10" fmla="*/ 689323 h 2041903"/>
              <a:gd name="connsiteX11" fmla="*/ 6171264 w 10020924"/>
              <a:gd name="connsiteY11" fmla="*/ 1297318 h 2041903"/>
              <a:gd name="connsiteX12" fmla="*/ 6558679 w 10020924"/>
              <a:gd name="connsiteY12" fmla="*/ 1297318 h 2041903"/>
              <a:gd name="connsiteX13" fmla="*/ 6679368 w 10020924"/>
              <a:gd name="connsiteY13" fmla="*/ 1156413 h 2041903"/>
              <a:gd name="connsiteX14" fmla="*/ 6679368 w 10020924"/>
              <a:gd name="connsiteY14" fmla="*/ 830244 h 2041903"/>
              <a:gd name="connsiteX15" fmla="*/ 6558679 w 10020924"/>
              <a:gd name="connsiteY15" fmla="*/ 689323 h 2041903"/>
              <a:gd name="connsiteX16" fmla="*/ 9072763 w 10020924"/>
              <a:gd name="connsiteY16" fmla="*/ 463851 h 2041903"/>
              <a:gd name="connsiteX17" fmla="*/ 9678449 w 10020924"/>
              <a:gd name="connsiteY17" fmla="*/ 463851 h 2041903"/>
              <a:gd name="connsiteX18" fmla="*/ 10020924 w 10020924"/>
              <a:gd name="connsiteY18" fmla="*/ 826574 h 2041903"/>
              <a:gd name="connsiteX19" fmla="*/ 10020924 w 10020924"/>
              <a:gd name="connsiteY19" fmla="*/ 1522671 h 2041903"/>
              <a:gd name="connsiteX20" fmla="*/ 9304207 w 10020924"/>
              <a:gd name="connsiteY20" fmla="*/ 1522671 h 2041903"/>
              <a:gd name="connsiteX21" fmla="*/ 9015771 w 10020924"/>
              <a:gd name="connsiteY21" fmla="*/ 1219793 h 2041903"/>
              <a:gd name="connsiteX22" fmla="*/ 9015771 w 10020924"/>
              <a:gd name="connsiteY22" fmla="*/ 1169781 h 2041903"/>
              <a:gd name="connsiteX23" fmla="*/ 9294061 w 10020924"/>
              <a:gd name="connsiteY23" fmla="*/ 866738 h 2041903"/>
              <a:gd name="connsiteX24" fmla="*/ 9782829 w 10020924"/>
              <a:gd name="connsiteY24" fmla="*/ 866738 h 2041903"/>
              <a:gd name="connsiteX25" fmla="*/ 9782707 w 10020924"/>
              <a:gd name="connsiteY25" fmla="*/ 829349 h 2041903"/>
              <a:gd name="connsiteX26" fmla="*/ 9662481 w 10020924"/>
              <a:gd name="connsiteY26" fmla="*/ 688428 h 2041903"/>
              <a:gd name="connsiteX27" fmla="*/ 9072763 w 10020924"/>
              <a:gd name="connsiteY27" fmla="*/ 688428 h 2041903"/>
              <a:gd name="connsiteX28" fmla="*/ 8071817 w 10020924"/>
              <a:gd name="connsiteY28" fmla="*/ 463851 h 2041903"/>
              <a:gd name="connsiteX29" fmla="*/ 8991911 w 10020924"/>
              <a:gd name="connsiteY29" fmla="*/ 463851 h 2041903"/>
              <a:gd name="connsiteX30" fmla="*/ 8991911 w 10020924"/>
              <a:gd name="connsiteY30" fmla="*/ 686668 h 2041903"/>
              <a:gd name="connsiteX31" fmla="*/ 8652240 w 10020924"/>
              <a:gd name="connsiteY31" fmla="*/ 686668 h 2041903"/>
              <a:gd name="connsiteX32" fmla="*/ 8652240 w 10020924"/>
              <a:gd name="connsiteY32" fmla="*/ 1522955 h 2041903"/>
              <a:gd name="connsiteX33" fmla="*/ 8411534 w 10020924"/>
              <a:gd name="connsiteY33" fmla="*/ 1522955 h 2041903"/>
              <a:gd name="connsiteX34" fmla="*/ 8411534 w 10020924"/>
              <a:gd name="connsiteY34" fmla="*/ 686668 h 2041903"/>
              <a:gd name="connsiteX35" fmla="*/ 8071817 w 10020924"/>
              <a:gd name="connsiteY35" fmla="*/ 686668 h 2041903"/>
              <a:gd name="connsiteX36" fmla="*/ 7075333 w 10020924"/>
              <a:gd name="connsiteY36" fmla="*/ 463851 h 2041903"/>
              <a:gd name="connsiteX37" fmla="*/ 7681075 w 10020924"/>
              <a:gd name="connsiteY37" fmla="*/ 463851 h 2041903"/>
              <a:gd name="connsiteX38" fmla="*/ 8023417 w 10020924"/>
              <a:gd name="connsiteY38" fmla="*/ 826574 h 2041903"/>
              <a:gd name="connsiteX39" fmla="*/ 8023417 w 10020924"/>
              <a:gd name="connsiteY39" fmla="*/ 1522671 h 2041903"/>
              <a:gd name="connsiteX40" fmla="*/ 7306759 w 10020924"/>
              <a:gd name="connsiteY40" fmla="*/ 1522671 h 2041903"/>
              <a:gd name="connsiteX41" fmla="*/ 7018293 w 10020924"/>
              <a:gd name="connsiteY41" fmla="*/ 1219793 h 2041903"/>
              <a:gd name="connsiteX42" fmla="*/ 7018293 w 10020924"/>
              <a:gd name="connsiteY42" fmla="*/ 1169781 h 2041903"/>
              <a:gd name="connsiteX43" fmla="*/ 7296628 w 10020924"/>
              <a:gd name="connsiteY43" fmla="*/ 866738 h 2041903"/>
              <a:gd name="connsiteX44" fmla="*/ 7785307 w 10020924"/>
              <a:gd name="connsiteY44" fmla="*/ 866738 h 2041903"/>
              <a:gd name="connsiteX45" fmla="*/ 7785307 w 10020924"/>
              <a:gd name="connsiteY45" fmla="*/ 829349 h 2041903"/>
              <a:gd name="connsiteX46" fmla="*/ 7665080 w 10020924"/>
              <a:gd name="connsiteY46" fmla="*/ 688428 h 2041903"/>
              <a:gd name="connsiteX47" fmla="*/ 7075333 w 10020924"/>
              <a:gd name="connsiteY47" fmla="*/ 688428 h 2041903"/>
              <a:gd name="connsiteX48" fmla="*/ 5930572 w 10020924"/>
              <a:gd name="connsiteY48" fmla="*/ 463851 h 2041903"/>
              <a:gd name="connsiteX49" fmla="*/ 6574718 w 10020924"/>
              <a:gd name="connsiteY49" fmla="*/ 463851 h 2041903"/>
              <a:gd name="connsiteX50" fmla="*/ 6925013 w 10020924"/>
              <a:gd name="connsiteY50" fmla="*/ 834884 h 2041903"/>
              <a:gd name="connsiteX51" fmla="*/ 6925013 w 10020924"/>
              <a:gd name="connsiteY51" fmla="*/ 1151743 h 2041903"/>
              <a:gd name="connsiteX52" fmla="*/ 6585968 w 10020924"/>
              <a:gd name="connsiteY52" fmla="*/ 1522671 h 2041903"/>
              <a:gd name="connsiteX53" fmla="*/ 5930572 w 10020924"/>
              <a:gd name="connsiteY53" fmla="*/ 1522671 h 2041903"/>
              <a:gd name="connsiteX54" fmla="*/ 4717895 w 10020924"/>
              <a:gd name="connsiteY54" fmla="*/ 463851 h 2041903"/>
              <a:gd name="connsiteX55" fmla="*/ 5638093 w 10020924"/>
              <a:gd name="connsiteY55" fmla="*/ 463851 h 2041903"/>
              <a:gd name="connsiteX56" fmla="*/ 5638093 w 10020924"/>
              <a:gd name="connsiteY56" fmla="*/ 686668 h 2041903"/>
              <a:gd name="connsiteX57" fmla="*/ 5298318 w 10020924"/>
              <a:gd name="connsiteY57" fmla="*/ 686668 h 2041903"/>
              <a:gd name="connsiteX58" fmla="*/ 5298318 w 10020924"/>
              <a:gd name="connsiteY58" fmla="*/ 1522955 h 2041903"/>
              <a:gd name="connsiteX59" fmla="*/ 5057626 w 10020924"/>
              <a:gd name="connsiteY59" fmla="*/ 1522955 h 2041903"/>
              <a:gd name="connsiteX60" fmla="*/ 5057626 w 10020924"/>
              <a:gd name="connsiteY60" fmla="*/ 686668 h 2041903"/>
              <a:gd name="connsiteX61" fmla="*/ 4717895 w 10020924"/>
              <a:gd name="connsiteY61" fmla="*/ 686668 h 2041903"/>
              <a:gd name="connsiteX62" fmla="*/ 3721291 w 10020924"/>
              <a:gd name="connsiteY62" fmla="*/ 463851 h 2041903"/>
              <a:gd name="connsiteX63" fmla="*/ 4641430 w 10020924"/>
              <a:gd name="connsiteY63" fmla="*/ 463851 h 2041903"/>
              <a:gd name="connsiteX64" fmla="*/ 4641430 w 10020924"/>
              <a:gd name="connsiteY64" fmla="*/ 686668 h 2041903"/>
              <a:gd name="connsiteX65" fmla="*/ 4301654 w 10020924"/>
              <a:gd name="connsiteY65" fmla="*/ 686668 h 2041903"/>
              <a:gd name="connsiteX66" fmla="*/ 4301654 w 10020924"/>
              <a:gd name="connsiteY66" fmla="*/ 1522955 h 2041903"/>
              <a:gd name="connsiteX67" fmla="*/ 4061067 w 10020924"/>
              <a:gd name="connsiteY67" fmla="*/ 1522955 h 2041903"/>
              <a:gd name="connsiteX68" fmla="*/ 4061067 w 10020924"/>
              <a:gd name="connsiteY68" fmla="*/ 686668 h 2041903"/>
              <a:gd name="connsiteX69" fmla="*/ 3721291 w 10020924"/>
              <a:gd name="connsiteY69" fmla="*/ 686668 h 2041903"/>
              <a:gd name="connsiteX70" fmla="*/ 2809822 w 10020924"/>
              <a:gd name="connsiteY70" fmla="*/ 452019 h 2041903"/>
              <a:gd name="connsiteX71" fmla="*/ 3016077 w 10020924"/>
              <a:gd name="connsiteY71" fmla="*/ 572753 h 2041903"/>
              <a:gd name="connsiteX72" fmla="*/ 3381948 w 10020924"/>
              <a:gd name="connsiteY72" fmla="*/ 1270566 h 2041903"/>
              <a:gd name="connsiteX73" fmla="*/ 3400240 w 10020924"/>
              <a:gd name="connsiteY73" fmla="*/ 1281756 h 2041903"/>
              <a:gd name="connsiteX74" fmla="*/ 3406134 w 10020924"/>
              <a:gd name="connsiteY74" fmla="*/ 1255736 h 2041903"/>
              <a:gd name="connsiteX75" fmla="*/ 3402657 w 10020924"/>
              <a:gd name="connsiteY75" fmla="*/ 1123946 h 2041903"/>
              <a:gd name="connsiteX76" fmla="*/ 3402657 w 10020924"/>
              <a:gd name="connsiteY76" fmla="*/ 463522 h 2041903"/>
              <a:gd name="connsiteX77" fmla="*/ 3639813 w 10020924"/>
              <a:gd name="connsiteY77" fmla="*/ 463522 h 2041903"/>
              <a:gd name="connsiteX78" fmla="*/ 3639813 w 10020924"/>
              <a:gd name="connsiteY78" fmla="*/ 1255333 h 2041903"/>
              <a:gd name="connsiteX79" fmla="*/ 3425426 w 10020924"/>
              <a:gd name="connsiteY79" fmla="*/ 1534727 h 2041903"/>
              <a:gd name="connsiteX80" fmla="*/ 3219125 w 10020924"/>
              <a:gd name="connsiteY80" fmla="*/ 1413949 h 2041903"/>
              <a:gd name="connsiteX81" fmla="*/ 2853165 w 10020924"/>
              <a:gd name="connsiteY81" fmla="*/ 716135 h 2041903"/>
              <a:gd name="connsiteX82" fmla="*/ 2834887 w 10020924"/>
              <a:gd name="connsiteY82" fmla="*/ 704930 h 2041903"/>
              <a:gd name="connsiteX83" fmla="*/ 2829009 w 10020924"/>
              <a:gd name="connsiteY83" fmla="*/ 730980 h 2041903"/>
              <a:gd name="connsiteX84" fmla="*/ 2832590 w 10020924"/>
              <a:gd name="connsiteY84" fmla="*/ 862725 h 2041903"/>
              <a:gd name="connsiteX85" fmla="*/ 2832590 w 10020924"/>
              <a:gd name="connsiteY85" fmla="*/ 1523194 h 2041903"/>
              <a:gd name="connsiteX86" fmla="*/ 2595360 w 10020924"/>
              <a:gd name="connsiteY86" fmla="*/ 1523194 h 2041903"/>
              <a:gd name="connsiteX87" fmla="*/ 2595360 w 10020924"/>
              <a:gd name="connsiteY87" fmla="*/ 731368 h 2041903"/>
              <a:gd name="connsiteX88" fmla="*/ 2809822 w 10020924"/>
              <a:gd name="connsiteY88" fmla="*/ 452019 h 2041903"/>
              <a:gd name="connsiteX89" fmla="*/ 1079247 w 10020924"/>
              <a:gd name="connsiteY89" fmla="*/ 330967 h 2041903"/>
              <a:gd name="connsiteX90" fmla="*/ 952084 w 10020924"/>
              <a:gd name="connsiteY90" fmla="*/ 465588 h 2041903"/>
              <a:gd name="connsiteX91" fmla="*/ 887125 w 10020924"/>
              <a:gd name="connsiteY91" fmla="*/ 684091 h 2041903"/>
              <a:gd name="connsiteX92" fmla="*/ 940315 w 10020924"/>
              <a:gd name="connsiteY92" fmla="*/ 833769 h 2041903"/>
              <a:gd name="connsiteX93" fmla="*/ 1079206 w 10020924"/>
              <a:gd name="connsiteY93" fmla="*/ 894946 h 2041903"/>
              <a:gd name="connsiteX94" fmla="*/ 1218097 w 10020924"/>
              <a:gd name="connsiteY94" fmla="*/ 833769 h 2041903"/>
              <a:gd name="connsiteX95" fmla="*/ 1271286 w 10020924"/>
              <a:gd name="connsiteY95" fmla="*/ 684091 h 2041903"/>
              <a:gd name="connsiteX96" fmla="*/ 1206328 w 10020924"/>
              <a:gd name="connsiteY96" fmla="*/ 465588 h 2041903"/>
              <a:gd name="connsiteX97" fmla="*/ 1079247 w 10020924"/>
              <a:gd name="connsiteY97" fmla="*/ 330967 h 2041903"/>
              <a:gd name="connsiteX98" fmla="*/ 805966 w 10020924"/>
              <a:gd name="connsiteY98" fmla="*/ 263259 h 2041903"/>
              <a:gd name="connsiteX99" fmla="*/ 446364 w 10020924"/>
              <a:gd name="connsiteY99" fmla="*/ 449558 h 2041903"/>
              <a:gd name="connsiteX100" fmla="*/ 316290 w 10020924"/>
              <a:gd name="connsiteY100" fmla="*/ 671430 h 2041903"/>
              <a:gd name="connsiteX101" fmla="*/ 265280 w 10020924"/>
              <a:gd name="connsiteY101" fmla="*/ 958605 h 2041903"/>
              <a:gd name="connsiteX102" fmla="*/ 329833 w 10020924"/>
              <a:gd name="connsiteY102" fmla="*/ 1280240 h 2041903"/>
              <a:gd name="connsiteX103" fmla="*/ 505249 w 10020924"/>
              <a:gd name="connsiteY103" fmla="*/ 1539802 h 2041903"/>
              <a:gd name="connsiteX104" fmla="*/ 764163 w 10020924"/>
              <a:gd name="connsiteY104" fmla="*/ 1713204 h 2041903"/>
              <a:gd name="connsiteX105" fmla="*/ 1079208 w 10020924"/>
              <a:gd name="connsiteY105" fmla="*/ 1776358 h 2041903"/>
              <a:gd name="connsiteX106" fmla="*/ 1394254 w 10020924"/>
              <a:gd name="connsiteY106" fmla="*/ 1713204 h 2041903"/>
              <a:gd name="connsiteX107" fmla="*/ 1653167 w 10020924"/>
              <a:gd name="connsiteY107" fmla="*/ 1539802 h 2041903"/>
              <a:gd name="connsiteX108" fmla="*/ 1828584 w 10020924"/>
              <a:gd name="connsiteY108" fmla="*/ 1280240 h 2041903"/>
              <a:gd name="connsiteX109" fmla="*/ 1893137 w 10020924"/>
              <a:gd name="connsiteY109" fmla="*/ 958605 h 2041903"/>
              <a:gd name="connsiteX110" fmla="*/ 1843297 w 10020924"/>
              <a:gd name="connsiteY110" fmla="*/ 674433 h 2041903"/>
              <a:gd name="connsiteX111" fmla="*/ 1715171 w 10020924"/>
              <a:gd name="connsiteY111" fmla="*/ 452650 h 2041903"/>
              <a:gd name="connsiteX112" fmla="*/ 1352451 w 10020924"/>
              <a:gd name="connsiteY112" fmla="*/ 263259 h 2041903"/>
              <a:gd name="connsiteX113" fmla="*/ 1489332 w 10020924"/>
              <a:gd name="connsiteY113" fmla="*/ 469668 h 2041903"/>
              <a:gd name="connsiteX114" fmla="*/ 1533501 w 10020924"/>
              <a:gd name="connsiteY114" fmla="*/ 697463 h 2041903"/>
              <a:gd name="connsiteX115" fmla="*/ 1395669 w 10020924"/>
              <a:gd name="connsiteY115" fmla="*/ 1031243 h 2041903"/>
              <a:gd name="connsiteX116" fmla="*/ 1079208 w 10020924"/>
              <a:gd name="connsiteY116" fmla="*/ 1160853 h 2041903"/>
              <a:gd name="connsiteX117" fmla="*/ 762748 w 10020924"/>
              <a:gd name="connsiteY117" fmla="*/ 1031243 h 2041903"/>
              <a:gd name="connsiteX118" fmla="*/ 624916 w 10020924"/>
              <a:gd name="connsiteY118" fmla="*/ 697463 h 2041903"/>
              <a:gd name="connsiteX119" fmla="*/ 673201 w 10020924"/>
              <a:gd name="connsiteY119" fmla="*/ 463015 h 2041903"/>
              <a:gd name="connsiteX120" fmla="*/ 805966 w 10020924"/>
              <a:gd name="connsiteY120" fmla="*/ 263259 h 2041903"/>
              <a:gd name="connsiteX121" fmla="*/ 817834 w 10020924"/>
              <a:gd name="connsiteY121" fmla="*/ 0 h 2041903"/>
              <a:gd name="connsiteX122" fmla="*/ 963091 w 10020924"/>
              <a:gd name="connsiteY122" fmla="*/ 14770 h 2041903"/>
              <a:gd name="connsiteX123" fmla="*/ 1079167 w 10020924"/>
              <a:gd name="connsiteY123" fmla="*/ 48893 h 2041903"/>
              <a:gd name="connsiteX124" fmla="*/ 1194646 w 10020924"/>
              <a:gd name="connsiteY124" fmla="*/ 14436 h 2041903"/>
              <a:gd name="connsiteX125" fmla="*/ 1340583 w 10020924"/>
              <a:gd name="connsiteY125" fmla="*/ 0 h 2041903"/>
              <a:gd name="connsiteX126" fmla="*/ 1649693 w 10020924"/>
              <a:gd name="connsiteY126" fmla="*/ 72213 h 2041903"/>
              <a:gd name="connsiteX127" fmla="*/ 1910677 w 10020924"/>
              <a:gd name="connsiteY127" fmla="*/ 272891 h 2041903"/>
              <a:gd name="connsiteX128" fmla="*/ 2091072 w 10020924"/>
              <a:gd name="connsiteY128" fmla="*/ 578096 h 2041903"/>
              <a:gd name="connsiteX129" fmla="*/ 2158417 w 10020924"/>
              <a:gd name="connsiteY129" fmla="*/ 963886 h 2041903"/>
              <a:gd name="connsiteX130" fmla="*/ 2071704 w 10020924"/>
              <a:gd name="connsiteY130" fmla="*/ 1388805 h 2041903"/>
              <a:gd name="connsiteX131" fmla="*/ 1837251 w 10020924"/>
              <a:gd name="connsiteY131" fmla="*/ 1730875 h 2041903"/>
              <a:gd name="connsiteX132" fmla="*/ 1493585 w 10020924"/>
              <a:gd name="connsiteY132" fmla="*/ 1958956 h 2041903"/>
              <a:gd name="connsiteX133" fmla="*/ 1079208 w 10020924"/>
              <a:gd name="connsiteY133" fmla="*/ 2041903 h 2041903"/>
              <a:gd name="connsiteX134" fmla="*/ 664832 w 10020924"/>
              <a:gd name="connsiteY134" fmla="*/ 1958956 h 2041903"/>
              <a:gd name="connsiteX135" fmla="*/ 321166 w 10020924"/>
              <a:gd name="connsiteY135" fmla="*/ 1730875 h 2041903"/>
              <a:gd name="connsiteX136" fmla="*/ 86713 w 10020924"/>
              <a:gd name="connsiteY136" fmla="*/ 1388805 h 2041903"/>
              <a:gd name="connsiteX137" fmla="*/ 0 w 10020924"/>
              <a:gd name="connsiteY137" fmla="*/ 963886 h 2041903"/>
              <a:gd name="connsiteX138" fmla="*/ 67345 w 10020924"/>
              <a:gd name="connsiteY138" fmla="*/ 578096 h 2041903"/>
              <a:gd name="connsiteX139" fmla="*/ 247740 w 10020924"/>
              <a:gd name="connsiteY139" fmla="*/ 272891 h 2041903"/>
              <a:gd name="connsiteX140" fmla="*/ 508723 w 10020924"/>
              <a:gd name="connsiteY140" fmla="*/ 72213 h 2041903"/>
              <a:gd name="connsiteX141" fmla="*/ 817834 w 10020924"/>
              <a:gd name="connsiteY141" fmla="*/ 0 h 20419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</a:cxnLst>
            <a:rect l="l" t="t" r="r" b="b"/>
            <a:pathLst>
              <a:path w="10020924" h="2041903">
                <a:moveTo>
                  <a:pt x="9329240" y="1080290"/>
                </a:moveTo>
                <a:cubicBezTo>
                  <a:pt x="9292358" y="1080290"/>
                  <a:pt x="9251983" y="1096116"/>
                  <a:pt x="9251983" y="1187029"/>
                </a:cubicBezTo>
                <a:cubicBezTo>
                  <a:pt x="9251983" y="1277880"/>
                  <a:pt x="9292801" y="1296468"/>
                  <a:pt x="9329240" y="1296468"/>
                </a:cubicBezTo>
                <a:lnTo>
                  <a:pt x="9782722" y="1296468"/>
                </a:lnTo>
                <a:lnTo>
                  <a:pt x="9782722" y="1080290"/>
                </a:lnTo>
                <a:close/>
                <a:moveTo>
                  <a:pt x="7331825" y="1080290"/>
                </a:moveTo>
                <a:cubicBezTo>
                  <a:pt x="7294927" y="1080290"/>
                  <a:pt x="7254583" y="1096116"/>
                  <a:pt x="7254583" y="1187029"/>
                </a:cubicBezTo>
                <a:cubicBezTo>
                  <a:pt x="7254583" y="1277880"/>
                  <a:pt x="7295379" y="1296468"/>
                  <a:pt x="7331825" y="1296468"/>
                </a:cubicBezTo>
                <a:lnTo>
                  <a:pt x="7785307" y="1296468"/>
                </a:lnTo>
                <a:lnTo>
                  <a:pt x="7785307" y="1080290"/>
                </a:lnTo>
                <a:close/>
                <a:moveTo>
                  <a:pt x="6171264" y="689323"/>
                </a:moveTo>
                <a:lnTo>
                  <a:pt x="6171264" y="1297318"/>
                </a:lnTo>
                <a:lnTo>
                  <a:pt x="6558679" y="1297318"/>
                </a:lnTo>
                <a:cubicBezTo>
                  <a:pt x="6645146" y="1297318"/>
                  <a:pt x="6679368" y="1257837"/>
                  <a:pt x="6679368" y="1156413"/>
                </a:cubicBezTo>
                <a:lnTo>
                  <a:pt x="6679368" y="830244"/>
                </a:lnTo>
                <a:cubicBezTo>
                  <a:pt x="6679368" y="728827"/>
                  <a:pt x="6645146" y="689323"/>
                  <a:pt x="6558679" y="689323"/>
                </a:cubicBezTo>
                <a:close/>
                <a:moveTo>
                  <a:pt x="9072763" y="463851"/>
                </a:moveTo>
                <a:lnTo>
                  <a:pt x="9678449" y="463851"/>
                </a:lnTo>
                <a:cubicBezTo>
                  <a:pt x="9932730" y="463851"/>
                  <a:pt x="10020924" y="559816"/>
                  <a:pt x="10020924" y="826574"/>
                </a:cubicBezTo>
                <a:lnTo>
                  <a:pt x="10020924" y="1522671"/>
                </a:lnTo>
                <a:lnTo>
                  <a:pt x="9304207" y="1522671"/>
                </a:lnTo>
                <a:cubicBezTo>
                  <a:pt x="9111641" y="1522671"/>
                  <a:pt x="9015771" y="1435849"/>
                  <a:pt x="9015771" y="1219793"/>
                </a:cubicBezTo>
                <a:lnTo>
                  <a:pt x="9015771" y="1169781"/>
                </a:lnTo>
                <a:cubicBezTo>
                  <a:pt x="9015771" y="959714"/>
                  <a:pt x="9108248" y="866738"/>
                  <a:pt x="9294061" y="866738"/>
                </a:cubicBezTo>
                <a:lnTo>
                  <a:pt x="9782829" y="866738"/>
                </a:lnTo>
                <a:cubicBezTo>
                  <a:pt x="9782829" y="858122"/>
                  <a:pt x="9782707" y="829861"/>
                  <a:pt x="9782707" y="829349"/>
                </a:cubicBezTo>
                <a:cubicBezTo>
                  <a:pt x="9782707" y="727955"/>
                  <a:pt x="9749047" y="688428"/>
                  <a:pt x="9662481" y="688428"/>
                </a:cubicBezTo>
                <a:lnTo>
                  <a:pt x="9072763" y="688428"/>
                </a:lnTo>
                <a:close/>
                <a:moveTo>
                  <a:pt x="8071817" y="463851"/>
                </a:moveTo>
                <a:lnTo>
                  <a:pt x="8991911" y="463851"/>
                </a:lnTo>
                <a:lnTo>
                  <a:pt x="8991911" y="686668"/>
                </a:lnTo>
                <a:lnTo>
                  <a:pt x="8652240" y="686668"/>
                </a:lnTo>
                <a:lnTo>
                  <a:pt x="8652240" y="1522955"/>
                </a:lnTo>
                <a:lnTo>
                  <a:pt x="8411534" y="1522955"/>
                </a:lnTo>
                <a:lnTo>
                  <a:pt x="8411534" y="686668"/>
                </a:lnTo>
                <a:lnTo>
                  <a:pt x="8071817" y="686668"/>
                </a:lnTo>
                <a:close/>
                <a:moveTo>
                  <a:pt x="7075333" y="463851"/>
                </a:moveTo>
                <a:lnTo>
                  <a:pt x="7681075" y="463851"/>
                </a:lnTo>
                <a:cubicBezTo>
                  <a:pt x="7935303" y="463851"/>
                  <a:pt x="8023424" y="559816"/>
                  <a:pt x="8023417" y="826574"/>
                </a:cubicBezTo>
                <a:lnTo>
                  <a:pt x="8023417" y="1522671"/>
                </a:lnTo>
                <a:lnTo>
                  <a:pt x="7306759" y="1522671"/>
                </a:lnTo>
                <a:cubicBezTo>
                  <a:pt x="7114170" y="1522671"/>
                  <a:pt x="7018293" y="1435849"/>
                  <a:pt x="7018293" y="1219793"/>
                </a:cubicBezTo>
                <a:lnTo>
                  <a:pt x="7018293" y="1169781"/>
                </a:lnTo>
                <a:cubicBezTo>
                  <a:pt x="7018293" y="959714"/>
                  <a:pt x="7110792" y="866738"/>
                  <a:pt x="7296628" y="866738"/>
                </a:cubicBezTo>
                <a:lnTo>
                  <a:pt x="7785307" y="866738"/>
                </a:lnTo>
                <a:lnTo>
                  <a:pt x="7785307" y="829349"/>
                </a:lnTo>
                <a:cubicBezTo>
                  <a:pt x="7785307" y="727955"/>
                  <a:pt x="7751547" y="688428"/>
                  <a:pt x="7665080" y="688428"/>
                </a:cubicBezTo>
                <a:lnTo>
                  <a:pt x="7075333" y="688428"/>
                </a:lnTo>
                <a:close/>
                <a:moveTo>
                  <a:pt x="5930572" y="463851"/>
                </a:moveTo>
                <a:lnTo>
                  <a:pt x="6574718" y="463851"/>
                </a:lnTo>
                <a:cubicBezTo>
                  <a:pt x="6817412" y="463851"/>
                  <a:pt x="6925013" y="557409"/>
                  <a:pt x="6925013" y="834884"/>
                </a:cubicBezTo>
                <a:lnTo>
                  <a:pt x="6925013" y="1151743"/>
                </a:lnTo>
                <a:cubicBezTo>
                  <a:pt x="6925013" y="1394650"/>
                  <a:pt x="6843589" y="1522671"/>
                  <a:pt x="6585968" y="1522671"/>
                </a:cubicBezTo>
                <a:lnTo>
                  <a:pt x="5930572" y="1522671"/>
                </a:lnTo>
                <a:close/>
                <a:moveTo>
                  <a:pt x="4717895" y="463851"/>
                </a:moveTo>
                <a:lnTo>
                  <a:pt x="5638093" y="463851"/>
                </a:lnTo>
                <a:lnTo>
                  <a:pt x="5638093" y="686668"/>
                </a:lnTo>
                <a:lnTo>
                  <a:pt x="5298318" y="686668"/>
                </a:lnTo>
                <a:lnTo>
                  <a:pt x="5298318" y="1522955"/>
                </a:lnTo>
                <a:lnTo>
                  <a:pt x="5057626" y="1522955"/>
                </a:lnTo>
                <a:lnTo>
                  <a:pt x="5057626" y="686668"/>
                </a:lnTo>
                <a:lnTo>
                  <a:pt x="4717895" y="686668"/>
                </a:lnTo>
                <a:close/>
                <a:moveTo>
                  <a:pt x="3721291" y="463851"/>
                </a:moveTo>
                <a:lnTo>
                  <a:pt x="4641430" y="463851"/>
                </a:lnTo>
                <a:lnTo>
                  <a:pt x="4641430" y="686668"/>
                </a:lnTo>
                <a:lnTo>
                  <a:pt x="4301654" y="686668"/>
                </a:lnTo>
                <a:lnTo>
                  <a:pt x="4301654" y="1522955"/>
                </a:lnTo>
                <a:lnTo>
                  <a:pt x="4061067" y="1522955"/>
                </a:lnTo>
                <a:lnTo>
                  <a:pt x="4061067" y="686668"/>
                </a:lnTo>
                <a:lnTo>
                  <a:pt x="3721291" y="686668"/>
                </a:lnTo>
                <a:close/>
                <a:moveTo>
                  <a:pt x="2809822" y="452019"/>
                </a:moveTo>
                <a:cubicBezTo>
                  <a:pt x="2915562" y="452019"/>
                  <a:pt x="2970732" y="501487"/>
                  <a:pt x="3016077" y="572753"/>
                </a:cubicBezTo>
                <a:cubicBezTo>
                  <a:pt x="3055320" y="634446"/>
                  <a:pt x="3376830" y="1260842"/>
                  <a:pt x="3381948" y="1270566"/>
                </a:cubicBezTo>
                <a:cubicBezTo>
                  <a:pt x="3386677" y="1279328"/>
                  <a:pt x="3393442" y="1285729"/>
                  <a:pt x="3400240" y="1281756"/>
                </a:cubicBezTo>
                <a:cubicBezTo>
                  <a:pt x="3406237" y="1278349"/>
                  <a:pt x="3406646" y="1267378"/>
                  <a:pt x="3406134" y="1255736"/>
                </a:cubicBezTo>
                <a:cubicBezTo>
                  <a:pt x="3405492" y="1241619"/>
                  <a:pt x="3402657" y="1171378"/>
                  <a:pt x="3402657" y="1123946"/>
                </a:cubicBezTo>
                <a:lnTo>
                  <a:pt x="3402657" y="463522"/>
                </a:lnTo>
                <a:lnTo>
                  <a:pt x="3639813" y="463522"/>
                </a:lnTo>
                <a:lnTo>
                  <a:pt x="3639813" y="1255333"/>
                </a:lnTo>
                <a:cubicBezTo>
                  <a:pt x="3639813" y="1491113"/>
                  <a:pt x="3523557" y="1534727"/>
                  <a:pt x="3425426" y="1534727"/>
                </a:cubicBezTo>
                <a:cubicBezTo>
                  <a:pt x="3319670" y="1534727"/>
                  <a:pt x="3264509" y="1485221"/>
                  <a:pt x="3219125" y="1413949"/>
                </a:cubicBezTo>
                <a:cubicBezTo>
                  <a:pt x="3155813" y="1314503"/>
                  <a:pt x="2857763" y="724966"/>
                  <a:pt x="2853165" y="716135"/>
                </a:cubicBezTo>
                <a:cubicBezTo>
                  <a:pt x="2848558" y="707335"/>
                  <a:pt x="2841793" y="701034"/>
                  <a:pt x="2834887" y="704930"/>
                </a:cubicBezTo>
                <a:cubicBezTo>
                  <a:pt x="2829005" y="708344"/>
                  <a:pt x="2828497" y="719338"/>
                  <a:pt x="2829009" y="730980"/>
                </a:cubicBezTo>
                <a:cubicBezTo>
                  <a:pt x="2829628" y="745090"/>
                  <a:pt x="2832590" y="815378"/>
                  <a:pt x="2832590" y="862725"/>
                </a:cubicBezTo>
                <a:lnTo>
                  <a:pt x="2832590" y="1523194"/>
                </a:lnTo>
                <a:lnTo>
                  <a:pt x="2595360" y="1523194"/>
                </a:lnTo>
                <a:lnTo>
                  <a:pt x="2595360" y="731368"/>
                </a:lnTo>
                <a:cubicBezTo>
                  <a:pt x="2595360" y="495611"/>
                  <a:pt x="2711606" y="452019"/>
                  <a:pt x="2809822" y="452019"/>
                </a:cubicBezTo>
                <a:close/>
                <a:moveTo>
                  <a:pt x="1079247" y="330967"/>
                </a:moveTo>
                <a:cubicBezTo>
                  <a:pt x="1039101" y="354484"/>
                  <a:pt x="989740" y="403598"/>
                  <a:pt x="952084" y="465588"/>
                </a:cubicBezTo>
                <a:cubicBezTo>
                  <a:pt x="914427" y="527577"/>
                  <a:pt x="887125" y="603548"/>
                  <a:pt x="887125" y="684091"/>
                </a:cubicBezTo>
                <a:cubicBezTo>
                  <a:pt x="887125" y="743091"/>
                  <a:pt x="906578" y="795805"/>
                  <a:pt x="940315" y="833769"/>
                </a:cubicBezTo>
                <a:cubicBezTo>
                  <a:pt x="974052" y="871732"/>
                  <a:pt x="1022072" y="894946"/>
                  <a:pt x="1079206" y="894946"/>
                </a:cubicBezTo>
                <a:cubicBezTo>
                  <a:pt x="1136340" y="894946"/>
                  <a:pt x="1184360" y="871732"/>
                  <a:pt x="1218097" y="833769"/>
                </a:cubicBezTo>
                <a:cubicBezTo>
                  <a:pt x="1251833" y="795805"/>
                  <a:pt x="1271286" y="743091"/>
                  <a:pt x="1271286" y="684091"/>
                </a:cubicBezTo>
                <a:cubicBezTo>
                  <a:pt x="1271286" y="603548"/>
                  <a:pt x="1243984" y="527577"/>
                  <a:pt x="1206328" y="465588"/>
                </a:cubicBezTo>
                <a:cubicBezTo>
                  <a:pt x="1168672" y="403598"/>
                  <a:pt x="1110735" y="347874"/>
                  <a:pt x="1079247" y="330967"/>
                </a:cubicBezTo>
                <a:close/>
                <a:moveTo>
                  <a:pt x="805966" y="263259"/>
                </a:moveTo>
                <a:cubicBezTo>
                  <a:pt x="686954" y="257894"/>
                  <a:pt x="551782" y="326830"/>
                  <a:pt x="446364" y="449558"/>
                </a:cubicBezTo>
                <a:cubicBezTo>
                  <a:pt x="393654" y="510922"/>
                  <a:pt x="348383" y="585734"/>
                  <a:pt x="316290" y="671430"/>
                </a:cubicBezTo>
                <a:cubicBezTo>
                  <a:pt x="284196" y="757125"/>
                  <a:pt x="265280" y="853705"/>
                  <a:pt x="265280" y="958605"/>
                </a:cubicBezTo>
                <a:cubicBezTo>
                  <a:pt x="265280" y="1073486"/>
                  <a:pt x="288318" y="1182036"/>
                  <a:pt x="329833" y="1280240"/>
                </a:cubicBezTo>
                <a:cubicBezTo>
                  <a:pt x="371348" y="1378444"/>
                  <a:pt x="431341" y="1466303"/>
                  <a:pt x="505249" y="1539802"/>
                </a:cubicBezTo>
                <a:cubicBezTo>
                  <a:pt x="579158" y="1613301"/>
                  <a:pt x="666983" y="1672440"/>
                  <a:pt x="764163" y="1713204"/>
                </a:cubicBezTo>
                <a:cubicBezTo>
                  <a:pt x="861343" y="1753969"/>
                  <a:pt x="967878" y="1776358"/>
                  <a:pt x="1079208" y="1776358"/>
                </a:cubicBezTo>
                <a:cubicBezTo>
                  <a:pt x="1190538" y="1776358"/>
                  <a:pt x="1297074" y="1753969"/>
                  <a:pt x="1394254" y="1713204"/>
                </a:cubicBezTo>
                <a:cubicBezTo>
                  <a:pt x="1491434" y="1672440"/>
                  <a:pt x="1579259" y="1613301"/>
                  <a:pt x="1653167" y="1539802"/>
                </a:cubicBezTo>
                <a:cubicBezTo>
                  <a:pt x="1727076" y="1466303"/>
                  <a:pt x="1787068" y="1378444"/>
                  <a:pt x="1828584" y="1280240"/>
                </a:cubicBezTo>
                <a:cubicBezTo>
                  <a:pt x="1870099" y="1182036"/>
                  <a:pt x="1893137" y="1073486"/>
                  <a:pt x="1893137" y="958605"/>
                </a:cubicBezTo>
                <a:cubicBezTo>
                  <a:pt x="1893137" y="855344"/>
                  <a:pt x="1874740" y="759689"/>
                  <a:pt x="1843297" y="674433"/>
                </a:cubicBezTo>
                <a:cubicBezTo>
                  <a:pt x="1811852" y="589176"/>
                  <a:pt x="1767361" y="514318"/>
                  <a:pt x="1715171" y="452650"/>
                </a:cubicBezTo>
                <a:cubicBezTo>
                  <a:pt x="1610792" y="329313"/>
                  <a:pt x="1475621" y="258738"/>
                  <a:pt x="1352451" y="263259"/>
                </a:cubicBezTo>
                <a:cubicBezTo>
                  <a:pt x="1412945" y="322179"/>
                  <a:pt x="1458865" y="394141"/>
                  <a:pt x="1489332" y="469668"/>
                </a:cubicBezTo>
                <a:cubicBezTo>
                  <a:pt x="1519800" y="545194"/>
                  <a:pt x="1534815" y="624285"/>
                  <a:pt x="1533501" y="697463"/>
                </a:cubicBezTo>
                <a:cubicBezTo>
                  <a:pt x="1533501" y="833577"/>
                  <a:pt x="1479467" y="949424"/>
                  <a:pt x="1395669" y="1031243"/>
                </a:cubicBezTo>
                <a:cubicBezTo>
                  <a:pt x="1311871" y="1113062"/>
                  <a:pt x="1198308" y="1160853"/>
                  <a:pt x="1079208" y="1160853"/>
                </a:cubicBezTo>
                <a:cubicBezTo>
                  <a:pt x="960109" y="1160853"/>
                  <a:pt x="846546" y="1113062"/>
                  <a:pt x="762748" y="1031243"/>
                </a:cubicBezTo>
                <a:cubicBezTo>
                  <a:pt x="678950" y="949424"/>
                  <a:pt x="624916" y="833577"/>
                  <a:pt x="624916" y="697463"/>
                </a:cubicBezTo>
                <a:cubicBezTo>
                  <a:pt x="624916" y="618236"/>
                  <a:pt x="642018" y="537734"/>
                  <a:pt x="673201" y="463015"/>
                </a:cubicBezTo>
                <a:cubicBezTo>
                  <a:pt x="704383" y="388296"/>
                  <a:pt x="749646" y="319359"/>
                  <a:pt x="805966" y="263259"/>
                </a:cubicBezTo>
                <a:close/>
                <a:moveTo>
                  <a:pt x="817834" y="0"/>
                </a:moveTo>
                <a:cubicBezTo>
                  <a:pt x="866589" y="0"/>
                  <a:pt x="917272" y="5772"/>
                  <a:pt x="963091" y="14770"/>
                </a:cubicBezTo>
                <a:cubicBezTo>
                  <a:pt x="1008909" y="23768"/>
                  <a:pt x="1049865" y="35991"/>
                  <a:pt x="1079167" y="48893"/>
                </a:cubicBezTo>
                <a:cubicBezTo>
                  <a:pt x="1107617" y="35545"/>
                  <a:pt x="1148593" y="23322"/>
                  <a:pt x="1194646" y="14436"/>
                </a:cubicBezTo>
                <a:cubicBezTo>
                  <a:pt x="1240699" y="5549"/>
                  <a:pt x="1291827" y="0"/>
                  <a:pt x="1340583" y="0"/>
                </a:cubicBezTo>
                <a:cubicBezTo>
                  <a:pt x="1448034" y="0"/>
                  <a:pt x="1552874" y="25401"/>
                  <a:pt x="1649693" y="72213"/>
                </a:cubicBezTo>
                <a:cubicBezTo>
                  <a:pt x="1746513" y="119025"/>
                  <a:pt x="1835310" y="187248"/>
                  <a:pt x="1910677" y="272891"/>
                </a:cubicBezTo>
                <a:cubicBezTo>
                  <a:pt x="1986043" y="358535"/>
                  <a:pt x="2047978" y="461600"/>
                  <a:pt x="2091072" y="578096"/>
                </a:cubicBezTo>
                <a:cubicBezTo>
                  <a:pt x="2134165" y="694592"/>
                  <a:pt x="2158417" y="824518"/>
                  <a:pt x="2158417" y="963886"/>
                </a:cubicBezTo>
                <a:cubicBezTo>
                  <a:pt x="2158417" y="1115873"/>
                  <a:pt x="2127372" y="1259243"/>
                  <a:pt x="2071704" y="1388805"/>
                </a:cubicBezTo>
                <a:cubicBezTo>
                  <a:pt x="2016036" y="1518366"/>
                  <a:pt x="1935744" y="1634120"/>
                  <a:pt x="1837251" y="1730875"/>
                </a:cubicBezTo>
                <a:cubicBezTo>
                  <a:pt x="1738759" y="1827631"/>
                  <a:pt x="1622064" y="1905388"/>
                  <a:pt x="1493585" y="1958956"/>
                </a:cubicBezTo>
                <a:cubicBezTo>
                  <a:pt x="1365105" y="2012524"/>
                  <a:pt x="1224841" y="2041903"/>
                  <a:pt x="1079208" y="2041903"/>
                </a:cubicBezTo>
                <a:cubicBezTo>
                  <a:pt x="933576" y="2041903"/>
                  <a:pt x="793312" y="2012524"/>
                  <a:pt x="664832" y="1958956"/>
                </a:cubicBezTo>
                <a:cubicBezTo>
                  <a:pt x="536353" y="1905388"/>
                  <a:pt x="419658" y="1827631"/>
                  <a:pt x="321166" y="1730875"/>
                </a:cubicBezTo>
                <a:cubicBezTo>
                  <a:pt x="222673" y="1634120"/>
                  <a:pt x="142381" y="1518366"/>
                  <a:pt x="86713" y="1388805"/>
                </a:cubicBezTo>
                <a:cubicBezTo>
                  <a:pt x="31045" y="1259243"/>
                  <a:pt x="0" y="1115873"/>
                  <a:pt x="0" y="963886"/>
                </a:cubicBezTo>
                <a:cubicBezTo>
                  <a:pt x="0" y="824518"/>
                  <a:pt x="24252" y="694592"/>
                  <a:pt x="67345" y="578096"/>
                </a:cubicBezTo>
                <a:cubicBezTo>
                  <a:pt x="110439" y="461600"/>
                  <a:pt x="172374" y="358535"/>
                  <a:pt x="247740" y="272891"/>
                </a:cubicBezTo>
                <a:cubicBezTo>
                  <a:pt x="323106" y="187248"/>
                  <a:pt x="411904" y="119025"/>
                  <a:pt x="508723" y="72213"/>
                </a:cubicBezTo>
                <a:cubicBezTo>
                  <a:pt x="605542" y="25401"/>
                  <a:pt x="710382" y="0"/>
                  <a:pt x="817834" y="0"/>
                </a:cubicBezTo>
                <a:close/>
              </a:path>
            </a:pathLst>
          </a:custGeom>
          <a:solidFill>
            <a:schemeClr val="tx1"/>
          </a:solidFill>
          <a:ln w="7639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74751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55" r:id="rId1"/>
    <p:sldLayoutId id="2147484056" r:id="rId2"/>
    <p:sldLayoutId id="2147484057" r:id="rId3"/>
  </p:sldLayoutIdLst>
  <p:hf hd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lang="en-US" sz="5400" b="0" i="0" kern="1200" dirty="0">
          <a:solidFill>
            <a:srgbClr val="F8F8F8"/>
          </a:solidFill>
          <a:latin typeface="Georgia" panose="02040502050405020303" pitchFamily="18" charset="0"/>
          <a:ea typeface="+mj-ea"/>
          <a:cs typeface="Times New Roman" panose="02020603050405020304" pitchFamily="18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lang="en-US" sz="2000" b="0" i="0" kern="1200" dirty="0" smtClean="0">
          <a:solidFill>
            <a:srgbClr val="F8F8F8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DB37B6-3DF4-34BD-D5E9-52EA5E80D4A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400800"/>
            <a:ext cx="914400" cy="304800"/>
          </a:xfrm>
          <a:prstGeom prst="rect">
            <a:avLst/>
          </a:prstGeom>
          <a:ln w="3175">
            <a:noFill/>
          </a:ln>
        </p:spPr>
        <p:txBody>
          <a:bodyPr vert="horz" lIns="0" tIns="0" rIns="0" bIns="0" rtlCol="0" anchor="ctr"/>
          <a:lstStyle>
            <a:lvl1pPr>
              <a:defRPr lang="en-US" sz="800" smtClean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November 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3C5F86-8F5F-160E-E108-4A97EA9FE1A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71600" y="6400800"/>
            <a:ext cx="4114800" cy="304800"/>
          </a:xfrm>
          <a:prstGeom prst="rect">
            <a:avLst/>
          </a:prstGeom>
          <a:ln w="3175">
            <a:noFill/>
          </a:ln>
        </p:spPr>
        <p:txBody>
          <a:bodyPr vert="horz" lIns="0" tIns="0" rIns="0" bIns="0" rtlCol="0" anchor="ctr"/>
          <a:lstStyle>
            <a:lvl1pPr>
              <a:defRPr lang="en-US" sz="8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NTT DATA, Inc.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64DB4C7-535B-ACE9-FD48-E216483B58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04801"/>
            <a:ext cx="11430000" cy="533399"/>
          </a:xfrm>
          <a:prstGeom prst="rect">
            <a:avLst/>
          </a:prstGeom>
        </p:spPr>
        <p:txBody>
          <a:bodyPr vert="horz" lIns="0" tIns="45720" rIns="0" bIns="45720" rtlCol="0" anchor="t">
            <a:noAutofit/>
          </a:bodyPr>
          <a:lstStyle/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15ACC7-9813-39D4-E0E6-4E62A19476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0" y="1371600"/>
            <a:ext cx="11430000" cy="4805363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9A58B4-77D9-E987-C197-DA4CB60F70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562600" y="6400800"/>
            <a:ext cx="1066800" cy="304800"/>
          </a:xfrm>
          <a:prstGeom prst="rect">
            <a:avLst/>
          </a:prstGeom>
          <a:ln w="3175">
            <a:noFill/>
          </a:ln>
        </p:spPr>
        <p:txBody>
          <a:bodyPr anchor="ctr"/>
          <a:lstStyle>
            <a:lvl1pPr>
              <a:defRPr lang="en-US" sz="800" b="0" i="0" smtClean="0">
                <a:solidFill>
                  <a:schemeClr val="tx1"/>
                </a:solidFill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algn="ctr"/>
            <a:fld id="{60D39823-8059-4D49-BD26-6D32C31B8621}" type="slidenum">
              <a:rPr lang="en-US" smtClean="0"/>
              <a:pPr algn="ctr"/>
              <a:t>‹#›</a:t>
            </a:fld>
            <a:endParaRPr lang="en-US"/>
          </a:p>
        </p:txBody>
      </p:sp>
      <p:sp>
        <p:nvSpPr>
          <p:cNvPr id="8" name="NTT DATA Global Logo">
            <a:extLst>
              <a:ext uri="{FF2B5EF4-FFF2-40B4-BE49-F238E27FC236}">
                <a16:creationId xmlns:a16="http://schemas.microsoft.com/office/drawing/2014/main" id="{EE0929A7-1D82-E58C-7D80-4E5ADC6ECCAE}"/>
              </a:ext>
            </a:extLst>
          </p:cNvPr>
          <p:cNvSpPr/>
          <p:nvPr userDrawn="1"/>
        </p:nvSpPr>
        <p:spPr bwMode="black">
          <a:xfrm>
            <a:off x="10588752" y="6428232"/>
            <a:ext cx="1211639" cy="246888"/>
          </a:xfrm>
          <a:custGeom>
            <a:avLst/>
            <a:gdLst>
              <a:gd name="connsiteX0" fmla="*/ 9329240 w 10020924"/>
              <a:gd name="connsiteY0" fmla="*/ 1080290 h 2041903"/>
              <a:gd name="connsiteX1" fmla="*/ 9251983 w 10020924"/>
              <a:gd name="connsiteY1" fmla="*/ 1187029 h 2041903"/>
              <a:gd name="connsiteX2" fmla="*/ 9329240 w 10020924"/>
              <a:gd name="connsiteY2" fmla="*/ 1296468 h 2041903"/>
              <a:gd name="connsiteX3" fmla="*/ 9782722 w 10020924"/>
              <a:gd name="connsiteY3" fmla="*/ 1296468 h 2041903"/>
              <a:gd name="connsiteX4" fmla="*/ 9782722 w 10020924"/>
              <a:gd name="connsiteY4" fmla="*/ 1080290 h 2041903"/>
              <a:gd name="connsiteX5" fmla="*/ 7331825 w 10020924"/>
              <a:gd name="connsiteY5" fmla="*/ 1080290 h 2041903"/>
              <a:gd name="connsiteX6" fmla="*/ 7254583 w 10020924"/>
              <a:gd name="connsiteY6" fmla="*/ 1187029 h 2041903"/>
              <a:gd name="connsiteX7" fmla="*/ 7331825 w 10020924"/>
              <a:gd name="connsiteY7" fmla="*/ 1296468 h 2041903"/>
              <a:gd name="connsiteX8" fmla="*/ 7785307 w 10020924"/>
              <a:gd name="connsiteY8" fmla="*/ 1296468 h 2041903"/>
              <a:gd name="connsiteX9" fmla="*/ 7785307 w 10020924"/>
              <a:gd name="connsiteY9" fmla="*/ 1080290 h 2041903"/>
              <a:gd name="connsiteX10" fmla="*/ 6171264 w 10020924"/>
              <a:gd name="connsiteY10" fmla="*/ 689323 h 2041903"/>
              <a:gd name="connsiteX11" fmla="*/ 6171264 w 10020924"/>
              <a:gd name="connsiteY11" fmla="*/ 1297318 h 2041903"/>
              <a:gd name="connsiteX12" fmla="*/ 6558679 w 10020924"/>
              <a:gd name="connsiteY12" fmla="*/ 1297318 h 2041903"/>
              <a:gd name="connsiteX13" fmla="*/ 6679368 w 10020924"/>
              <a:gd name="connsiteY13" fmla="*/ 1156413 h 2041903"/>
              <a:gd name="connsiteX14" fmla="*/ 6679368 w 10020924"/>
              <a:gd name="connsiteY14" fmla="*/ 830244 h 2041903"/>
              <a:gd name="connsiteX15" fmla="*/ 6558679 w 10020924"/>
              <a:gd name="connsiteY15" fmla="*/ 689323 h 2041903"/>
              <a:gd name="connsiteX16" fmla="*/ 9072763 w 10020924"/>
              <a:gd name="connsiteY16" fmla="*/ 463851 h 2041903"/>
              <a:gd name="connsiteX17" fmla="*/ 9678449 w 10020924"/>
              <a:gd name="connsiteY17" fmla="*/ 463851 h 2041903"/>
              <a:gd name="connsiteX18" fmla="*/ 10020924 w 10020924"/>
              <a:gd name="connsiteY18" fmla="*/ 826574 h 2041903"/>
              <a:gd name="connsiteX19" fmla="*/ 10020924 w 10020924"/>
              <a:gd name="connsiteY19" fmla="*/ 1522671 h 2041903"/>
              <a:gd name="connsiteX20" fmla="*/ 9304207 w 10020924"/>
              <a:gd name="connsiteY20" fmla="*/ 1522671 h 2041903"/>
              <a:gd name="connsiteX21" fmla="*/ 9015771 w 10020924"/>
              <a:gd name="connsiteY21" fmla="*/ 1219793 h 2041903"/>
              <a:gd name="connsiteX22" fmla="*/ 9015771 w 10020924"/>
              <a:gd name="connsiteY22" fmla="*/ 1169781 h 2041903"/>
              <a:gd name="connsiteX23" fmla="*/ 9294061 w 10020924"/>
              <a:gd name="connsiteY23" fmla="*/ 866738 h 2041903"/>
              <a:gd name="connsiteX24" fmla="*/ 9782829 w 10020924"/>
              <a:gd name="connsiteY24" fmla="*/ 866738 h 2041903"/>
              <a:gd name="connsiteX25" fmla="*/ 9782707 w 10020924"/>
              <a:gd name="connsiteY25" fmla="*/ 829349 h 2041903"/>
              <a:gd name="connsiteX26" fmla="*/ 9662481 w 10020924"/>
              <a:gd name="connsiteY26" fmla="*/ 688428 h 2041903"/>
              <a:gd name="connsiteX27" fmla="*/ 9072763 w 10020924"/>
              <a:gd name="connsiteY27" fmla="*/ 688428 h 2041903"/>
              <a:gd name="connsiteX28" fmla="*/ 8071817 w 10020924"/>
              <a:gd name="connsiteY28" fmla="*/ 463851 h 2041903"/>
              <a:gd name="connsiteX29" fmla="*/ 8991911 w 10020924"/>
              <a:gd name="connsiteY29" fmla="*/ 463851 h 2041903"/>
              <a:gd name="connsiteX30" fmla="*/ 8991911 w 10020924"/>
              <a:gd name="connsiteY30" fmla="*/ 686668 h 2041903"/>
              <a:gd name="connsiteX31" fmla="*/ 8652240 w 10020924"/>
              <a:gd name="connsiteY31" fmla="*/ 686668 h 2041903"/>
              <a:gd name="connsiteX32" fmla="*/ 8652240 w 10020924"/>
              <a:gd name="connsiteY32" fmla="*/ 1522955 h 2041903"/>
              <a:gd name="connsiteX33" fmla="*/ 8411534 w 10020924"/>
              <a:gd name="connsiteY33" fmla="*/ 1522955 h 2041903"/>
              <a:gd name="connsiteX34" fmla="*/ 8411534 w 10020924"/>
              <a:gd name="connsiteY34" fmla="*/ 686668 h 2041903"/>
              <a:gd name="connsiteX35" fmla="*/ 8071817 w 10020924"/>
              <a:gd name="connsiteY35" fmla="*/ 686668 h 2041903"/>
              <a:gd name="connsiteX36" fmla="*/ 7075333 w 10020924"/>
              <a:gd name="connsiteY36" fmla="*/ 463851 h 2041903"/>
              <a:gd name="connsiteX37" fmla="*/ 7681075 w 10020924"/>
              <a:gd name="connsiteY37" fmla="*/ 463851 h 2041903"/>
              <a:gd name="connsiteX38" fmla="*/ 8023417 w 10020924"/>
              <a:gd name="connsiteY38" fmla="*/ 826574 h 2041903"/>
              <a:gd name="connsiteX39" fmla="*/ 8023417 w 10020924"/>
              <a:gd name="connsiteY39" fmla="*/ 1522671 h 2041903"/>
              <a:gd name="connsiteX40" fmla="*/ 7306759 w 10020924"/>
              <a:gd name="connsiteY40" fmla="*/ 1522671 h 2041903"/>
              <a:gd name="connsiteX41" fmla="*/ 7018293 w 10020924"/>
              <a:gd name="connsiteY41" fmla="*/ 1219793 h 2041903"/>
              <a:gd name="connsiteX42" fmla="*/ 7018293 w 10020924"/>
              <a:gd name="connsiteY42" fmla="*/ 1169781 h 2041903"/>
              <a:gd name="connsiteX43" fmla="*/ 7296628 w 10020924"/>
              <a:gd name="connsiteY43" fmla="*/ 866738 h 2041903"/>
              <a:gd name="connsiteX44" fmla="*/ 7785307 w 10020924"/>
              <a:gd name="connsiteY44" fmla="*/ 866738 h 2041903"/>
              <a:gd name="connsiteX45" fmla="*/ 7785307 w 10020924"/>
              <a:gd name="connsiteY45" fmla="*/ 829349 h 2041903"/>
              <a:gd name="connsiteX46" fmla="*/ 7665080 w 10020924"/>
              <a:gd name="connsiteY46" fmla="*/ 688428 h 2041903"/>
              <a:gd name="connsiteX47" fmla="*/ 7075333 w 10020924"/>
              <a:gd name="connsiteY47" fmla="*/ 688428 h 2041903"/>
              <a:gd name="connsiteX48" fmla="*/ 5930572 w 10020924"/>
              <a:gd name="connsiteY48" fmla="*/ 463851 h 2041903"/>
              <a:gd name="connsiteX49" fmla="*/ 6574718 w 10020924"/>
              <a:gd name="connsiteY49" fmla="*/ 463851 h 2041903"/>
              <a:gd name="connsiteX50" fmla="*/ 6925013 w 10020924"/>
              <a:gd name="connsiteY50" fmla="*/ 834884 h 2041903"/>
              <a:gd name="connsiteX51" fmla="*/ 6925013 w 10020924"/>
              <a:gd name="connsiteY51" fmla="*/ 1151743 h 2041903"/>
              <a:gd name="connsiteX52" fmla="*/ 6585968 w 10020924"/>
              <a:gd name="connsiteY52" fmla="*/ 1522671 h 2041903"/>
              <a:gd name="connsiteX53" fmla="*/ 5930572 w 10020924"/>
              <a:gd name="connsiteY53" fmla="*/ 1522671 h 2041903"/>
              <a:gd name="connsiteX54" fmla="*/ 4717895 w 10020924"/>
              <a:gd name="connsiteY54" fmla="*/ 463851 h 2041903"/>
              <a:gd name="connsiteX55" fmla="*/ 5638093 w 10020924"/>
              <a:gd name="connsiteY55" fmla="*/ 463851 h 2041903"/>
              <a:gd name="connsiteX56" fmla="*/ 5638093 w 10020924"/>
              <a:gd name="connsiteY56" fmla="*/ 686668 h 2041903"/>
              <a:gd name="connsiteX57" fmla="*/ 5298318 w 10020924"/>
              <a:gd name="connsiteY57" fmla="*/ 686668 h 2041903"/>
              <a:gd name="connsiteX58" fmla="*/ 5298318 w 10020924"/>
              <a:gd name="connsiteY58" fmla="*/ 1522955 h 2041903"/>
              <a:gd name="connsiteX59" fmla="*/ 5057626 w 10020924"/>
              <a:gd name="connsiteY59" fmla="*/ 1522955 h 2041903"/>
              <a:gd name="connsiteX60" fmla="*/ 5057626 w 10020924"/>
              <a:gd name="connsiteY60" fmla="*/ 686668 h 2041903"/>
              <a:gd name="connsiteX61" fmla="*/ 4717895 w 10020924"/>
              <a:gd name="connsiteY61" fmla="*/ 686668 h 2041903"/>
              <a:gd name="connsiteX62" fmla="*/ 3721291 w 10020924"/>
              <a:gd name="connsiteY62" fmla="*/ 463851 h 2041903"/>
              <a:gd name="connsiteX63" fmla="*/ 4641430 w 10020924"/>
              <a:gd name="connsiteY63" fmla="*/ 463851 h 2041903"/>
              <a:gd name="connsiteX64" fmla="*/ 4641430 w 10020924"/>
              <a:gd name="connsiteY64" fmla="*/ 686668 h 2041903"/>
              <a:gd name="connsiteX65" fmla="*/ 4301654 w 10020924"/>
              <a:gd name="connsiteY65" fmla="*/ 686668 h 2041903"/>
              <a:gd name="connsiteX66" fmla="*/ 4301654 w 10020924"/>
              <a:gd name="connsiteY66" fmla="*/ 1522955 h 2041903"/>
              <a:gd name="connsiteX67" fmla="*/ 4061067 w 10020924"/>
              <a:gd name="connsiteY67" fmla="*/ 1522955 h 2041903"/>
              <a:gd name="connsiteX68" fmla="*/ 4061067 w 10020924"/>
              <a:gd name="connsiteY68" fmla="*/ 686668 h 2041903"/>
              <a:gd name="connsiteX69" fmla="*/ 3721291 w 10020924"/>
              <a:gd name="connsiteY69" fmla="*/ 686668 h 2041903"/>
              <a:gd name="connsiteX70" fmla="*/ 2809822 w 10020924"/>
              <a:gd name="connsiteY70" fmla="*/ 452019 h 2041903"/>
              <a:gd name="connsiteX71" fmla="*/ 3016077 w 10020924"/>
              <a:gd name="connsiteY71" fmla="*/ 572753 h 2041903"/>
              <a:gd name="connsiteX72" fmla="*/ 3381948 w 10020924"/>
              <a:gd name="connsiteY72" fmla="*/ 1270566 h 2041903"/>
              <a:gd name="connsiteX73" fmla="*/ 3400240 w 10020924"/>
              <a:gd name="connsiteY73" fmla="*/ 1281756 h 2041903"/>
              <a:gd name="connsiteX74" fmla="*/ 3406134 w 10020924"/>
              <a:gd name="connsiteY74" fmla="*/ 1255736 h 2041903"/>
              <a:gd name="connsiteX75" fmla="*/ 3402657 w 10020924"/>
              <a:gd name="connsiteY75" fmla="*/ 1123946 h 2041903"/>
              <a:gd name="connsiteX76" fmla="*/ 3402657 w 10020924"/>
              <a:gd name="connsiteY76" fmla="*/ 463522 h 2041903"/>
              <a:gd name="connsiteX77" fmla="*/ 3639813 w 10020924"/>
              <a:gd name="connsiteY77" fmla="*/ 463522 h 2041903"/>
              <a:gd name="connsiteX78" fmla="*/ 3639813 w 10020924"/>
              <a:gd name="connsiteY78" fmla="*/ 1255333 h 2041903"/>
              <a:gd name="connsiteX79" fmla="*/ 3425426 w 10020924"/>
              <a:gd name="connsiteY79" fmla="*/ 1534727 h 2041903"/>
              <a:gd name="connsiteX80" fmla="*/ 3219125 w 10020924"/>
              <a:gd name="connsiteY80" fmla="*/ 1413949 h 2041903"/>
              <a:gd name="connsiteX81" fmla="*/ 2853165 w 10020924"/>
              <a:gd name="connsiteY81" fmla="*/ 716135 h 2041903"/>
              <a:gd name="connsiteX82" fmla="*/ 2834887 w 10020924"/>
              <a:gd name="connsiteY82" fmla="*/ 704930 h 2041903"/>
              <a:gd name="connsiteX83" fmla="*/ 2829009 w 10020924"/>
              <a:gd name="connsiteY83" fmla="*/ 730980 h 2041903"/>
              <a:gd name="connsiteX84" fmla="*/ 2832590 w 10020924"/>
              <a:gd name="connsiteY84" fmla="*/ 862725 h 2041903"/>
              <a:gd name="connsiteX85" fmla="*/ 2832590 w 10020924"/>
              <a:gd name="connsiteY85" fmla="*/ 1523194 h 2041903"/>
              <a:gd name="connsiteX86" fmla="*/ 2595360 w 10020924"/>
              <a:gd name="connsiteY86" fmla="*/ 1523194 h 2041903"/>
              <a:gd name="connsiteX87" fmla="*/ 2595360 w 10020924"/>
              <a:gd name="connsiteY87" fmla="*/ 731368 h 2041903"/>
              <a:gd name="connsiteX88" fmla="*/ 2809822 w 10020924"/>
              <a:gd name="connsiteY88" fmla="*/ 452019 h 2041903"/>
              <a:gd name="connsiteX89" fmla="*/ 1079247 w 10020924"/>
              <a:gd name="connsiteY89" fmla="*/ 330967 h 2041903"/>
              <a:gd name="connsiteX90" fmla="*/ 952084 w 10020924"/>
              <a:gd name="connsiteY90" fmla="*/ 465588 h 2041903"/>
              <a:gd name="connsiteX91" fmla="*/ 887125 w 10020924"/>
              <a:gd name="connsiteY91" fmla="*/ 684091 h 2041903"/>
              <a:gd name="connsiteX92" fmla="*/ 940315 w 10020924"/>
              <a:gd name="connsiteY92" fmla="*/ 833769 h 2041903"/>
              <a:gd name="connsiteX93" fmla="*/ 1079206 w 10020924"/>
              <a:gd name="connsiteY93" fmla="*/ 894946 h 2041903"/>
              <a:gd name="connsiteX94" fmla="*/ 1218097 w 10020924"/>
              <a:gd name="connsiteY94" fmla="*/ 833769 h 2041903"/>
              <a:gd name="connsiteX95" fmla="*/ 1271286 w 10020924"/>
              <a:gd name="connsiteY95" fmla="*/ 684091 h 2041903"/>
              <a:gd name="connsiteX96" fmla="*/ 1206328 w 10020924"/>
              <a:gd name="connsiteY96" fmla="*/ 465588 h 2041903"/>
              <a:gd name="connsiteX97" fmla="*/ 1079247 w 10020924"/>
              <a:gd name="connsiteY97" fmla="*/ 330967 h 2041903"/>
              <a:gd name="connsiteX98" fmla="*/ 805966 w 10020924"/>
              <a:gd name="connsiteY98" fmla="*/ 263259 h 2041903"/>
              <a:gd name="connsiteX99" fmla="*/ 446364 w 10020924"/>
              <a:gd name="connsiteY99" fmla="*/ 449558 h 2041903"/>
              <a:gd name="connsiteX100" fmla="*/ 316290 w 10020924"/>
              <a:gd name="connsiteY100" fmla="*/ 671430 h 2041903"/>
              <a:gd name="connsiteX101" fmla="*/ 265280 w 10020924"/>
              <a:gd name="connsiteY101" fmla="*/ 958605 h 2041903"/>
              <a:gd name="connsiteX102" fmla="*/ 329833 w 10020924"/>
              <a:gd name="connsiteY102" fmla="*/ 1280240 h 2041903"/>
              <a:gd name="connsiteX103" fmla="*/ 505249 w 10020924"/>
              <a:gd name="connsiteY103" fmla="*/ 1539802 h 2041903"/>
              <a:gd name="connsiteX104" fmla="*/ 764163 w 10020924"/>
              <a:gd name="connsiteY104" fmla="*/ 1713204 h 2041903"/>
              <a:gd name="connsiteX105" fmla="*/ 1079208 w 10020924"/>
              <a:gd name="connsiteY105" fmla="*/ 1776358 h 2041903"/>
              <a:gd name="connsiteX106" fmla="*/ 1394254 w 10020924"/>
              <a:gd name="connsiteY106" fmla="*/ 1713204 h 2041903"/>
              <a:gd name="connsiteX107" fmla="*/ 1653167 w 10020924"/>
              <a:gd name="connsiteY107" fmla="*/ 1539802 h 2041903"/>
              <a:gd name="connsiteX108" fmla="*/ 1828584 w 10020924"/>
              <a:gd name="connsiteY108" fmla="*/ 1280240 h 2041903"/>
              <a:gd name="connsiteX109" fmla="*/ 1893137 w 10020924"/>
              <a:gd name="connsiteY109" fmla="*/ 958605 h 2041903"/>
              <a:gd name="connsiteX110" fmla="*/ 1843297 w 10020924"/>
              <a:gd name="connsiteY110" fmla="*/ 674433 h 2041903"/>
              <a:gd name="connsiteX111" fmla="*/ 1715171 w 10020924"/>
              <a:gd name="connsiteY111" fmla="*/ 452650 h 2041903"/>
              <a:gd name="connsiteX112" fmla="*/ 1352451 w 10020924"/>
              <a:gd name="connsiteY112" fmla="*/ 263259 h 2041903"/>
              <a:gd name="connsiteX113" fmla="*/ 1489332 w 10020924"/>
              <a:gd name="connsiteY113" fmla="*/ 469668 h 2041903"/>
              <a:gd name="connsiteX114" fmla="*/ 1533501 w 10020924"/>
              <a:gd name="connsiteY114" fmla="*/ 697463 h 2041903"/>
              <a:gd name="connsiteX115" fmla="*/ 1395669 w 10020924"/>
              <a:gd name="connsiteY115" fmla="*/ 1031243 h 2041903"/>
              <a:gd name="connsiteX116" fmla="*/ 1079208 w 10020924"/>
              <a:gd name="connsiteY116" fmla="*/ 1160853 h 2041903"/>
              <a:gd name="connsiteX117" fmla="*/ 762748 w 10020924"/>
              <a:gd name="connsiteY117" fmla="*/ 1031243 h 2041903"/>
              <a:gd name="connsiteX118" fmla="*/ 624916 w 10020924"/>
              <a:gd name="connsiteY118" fmla="*/ 697463 h 2041903"/>
              <a:gd name="connsiteX119" fmla="*/ 673201 w 10020924"/>
              <a:gd name="connsiteY119" fmla="*/ 463015 h 2041903"/>
              <a:gd name="connsiteX120" fmla="*/ 805966 w 10020924"/>
              <a:gd name="connsiteY120" fmla="*/ 263259 h 2041903"/>
              <a:gd name="connsiteX121" fmla="*/ 817834 w 10020924"/>
              <a:gd name="connsiteY121" fmla="*/ 0 h 2041903"/>
              <a:gd name="connsiteX122" fmla="*/ 963091 w 10020924"/>
              <a:gd name="connsiteY122" fmla="*/ 14770 h 2041903"/>
              <a:gd name="connsiteX123" fmla="*/ 1079167 w 10020924"/>
              <a:gd name="connsiteY123" fmla="*/ 48893 h 2041903"/>
              <a:gd name="connsiteX124" fmla="*/ 1194646 w 10020924"/>
              <a:gd name="connsiteY124" fmla="*/ 14436 h 2041903"/>
              <a:gd name="connsiteX125" fmla="*/ 1340583 w 10020924"/>
              <a:gd name="connsiteY125" fmla="*/ 0 h 2041903"/>
              <a:gd name="connsiteX126" fmla="*/ 1649693 w 10020924"/>
              <a:gd name="connsiteY126" fmla="*/ 72213 h 2041903"/>
              <a:gd name="connsiteX127" fmla="*/ 1910677 w 10020924"/>
              <a:gd name="connsiteY127" fmla="*/ 272891 h 2041903"/>
              <a:gd name="connsiteX128" fmla="*/ 2091072 w 10020924"/>
              <a:gd name="connsiteY128" fmla="*/ 578096 h 2041903"/>
              <a:gd name="connsiteX129" fmla="*/ 2158417 w 10020924"/>
              <a:gd name="connsiteY129" fmla="*/ 963886 h 2041903"/>
              <a:gd name="connsiteX130" fmla="*/ 2071704 w 10020924"/>
              <a:gd name="connsiteY130" fmla="*/ 1388805 h 2041903"/>
              <a:gd name="connsiteX131" fmla="*/ 1837251 w 10020924"/>
              <a:gd name="connsiteY131" fmla="*/ 1730875 h 2041903"/>
              <a:gd name="connsiteX132" fmla="*/ 1493585 w 10020924"/>
              <a:gd name="connsiteY132" fmla="*/ 1958956 h 2041903"/>
              <a:gd name="connsiteX133" fmla="*/ 1079208 w 10020924"/>
              <a:gd name="connsiteY133" fmla="*/ 2041903 h 2041903"/>
              <a:gd name="connsiteX134" fmla="*/ 664832 w 10020924"/>
              <a:gd name="connsiteY134" fmla="*/ 1958956 h 2041903"/>
              <a:gd name="connsiteX135" fmla="*/ 321166 w 10020924"/>
              <a:gd name="connsiteY135" fmla="*/ 1730875 h 2041903"/>
              <a:gd name="connsiteX136" fmla="*/ 86713 w 10020924"/>
              <a:gd name="connsiteY136" fmla="*/ 1388805 h 2041903"/>
              <a:gd name="connsiteX137" fmla="*/ 0 w 10020924"/>
              <a:gd name="connsiteY137" fmla="*/ 963886 h 2041903"/>
              <a:gd name="connsiteX138" fmla="*/ 67345 w 10020924"/>
              <a:gd name="connsiteY138" fmla="*/ 578096 h 2041903"/>
              <a:gd name="connsiteX139" fmla="*/ 247740 w 10020924"/>
              <a:gd name="connsiteY139" fmla="*/ 272891 h 2041903"/>
              <a:gd name="connsiteX140" fmla="*/ 508723 w 10020924"/>
              <a:gd name="connsiteY140" fmla="*/ 72213 h 2041903"/>
              <a:gd name="connsiteX141" fmla="*/ 817834 w 10020924"/>
              <a:gd name="connsiteY141" fmla="*/ 0 h 20419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</a:cxnLst>
            <a:rect l="l" t="t" r="r" b="b"/>
            <a:pathLst>
              <a:path w="10020924" h="2041903">
                <a:moveTo>
                  <a:pt x="9329240" y="1080290"/>
                </a:moveTo>
                <a:cubicBezTo>
                  <a:pt x="9292358" y="1080290"/>
                  <a:pt x="9251983" y="1096116"/>
                  <a:pt x="9251983" y="1187029"/>
                </a:cubicBezTo>
                <a:cubicBezTo>
                  <a:pt x="9251983" y="1277880"/>
                  <a:pt x="9292801" y="1296468"/>
                  <a:pt x="9329240" y="1296468"/>
                </a:cubicBezTo>
                <a:lnTo>
                  <a:pt x="9782722" y="1296468"/>
                </a:lnTo>
                <a:lnTo>
                  <a:pt x="9782722" y="1080290"/>
                </a:lnTo>
                <a:close/>
                <a:moveTo>
                  <a:pt x="7331825" y="1080290"/>
                </a:moveTo>
                <a:cubicBezTo>
                  <a:pt x="7294927" y="1080290"/>
                  <a:pt x="7254583" y="1096116"/>
                  <a:pt x="7254583" y="1187029"/>
                </a:cubicBezTo>
                <a:cubicBezTo>
                  <a:pt x="7254583" y="1277880"/>
                  <a:pt x="7295379" y="1296468"/>
                  <a:pt x="7331825" y="1296468"/>
                </a:cubicBezTo>
                <a:lnTo>
                  <a:pt x="7785307" y="1296468"/>
                </a:lnTo>
                <a:lnTo>
                  <a:pt x="7785307" y="1080290"/>
                </a:lnTo>
                <a:close/>
                <a:moveTo>
                  <a:pt x="6171264" y="689323"/>
                </a:moveTo>
                <a:lnTo>
                  <a:pt x="6171264" y="1297318"/>
                </a:lnTo>
                <a:lnTo>
                  <a:pt x="6558679" y="1297318"/>
                </a:lnTo>
                <a:cubicBezTo>
                  <a:pt x="6645146" y="1297318"/>
                  <a:pt x="6679368" y="1257837"/>
                  <a:pt x="6679368" y="1156413"/>
                </a:cubicBezTo>
                <a:lnTo>
                  <a:pt x="6679368" y="830244"/>
                </a:lnTo>
                <a:cubicBezTo>
                  <a:pt x="6679368" y="728827"/>
                  <a:pt x="6645146" y="689323"/>
                  <a:pt x="6558679" y="689323"/>
                </a:cubicBezTo>
                <a:close/>
                <a:moveTo>
                  <a:pt x="9072763" y="463851"/>
                </a:moveTo>
                <a:lnTo>
                  <a:pt x="9678449" y="463851"/>
                </a:lnTo>
                <a:cubicBezTo>
                  <a:pt x="9932730" y="463851"/>
                  <a:pt x="10020924" y="559816"/>
                  <a:pt x="10020924" y="826574"/>
                </a:cubicBezTo>
                <a:lnTo>
                  <a:pt x="10020924" y="1522671"/>
                </a:lnTo>
                <a:lnTo>
                  <a:pt x="9304207" y="1522671"/>
                </a:lnTo>
                <a:cubicBezTo>
                  <a:pt x="9111641" y="1522671"/>
                  <a:pt x="9015771" y="1435849"/>
                  <a:pt x="9015771" y="1219793"/>
                </a:cubicBezTo>
                <a:lnTo>
                  <a:pt x="9015771" y="1169781"/>
                </a:lnTo>
                <a:cubicBezTo>
                  <a:pt x="9015771" y="959714"/>
                  <a:pt x="9108248" y="866738"/>
                  <a:pt x="9294061" y="866738"/>
                </a:cubicBezTo>
                <a:lnTo>
                  <a:pt x="9782829" y="866738"/>
                </a:lnTo>
                <a:cubicBezTo>
                  <a:pt x="9782829" y="858122"/>
                  <a:pt x="9782707" y="829861"/>
                  <a:pt x="9782707" y="829349"/>
                </a:cubicBezTo>
                <a:cubicBezTo>
                  <a:pt x="9782707" y="727955"/>
                  <a:pt x="9749047" y="688428"/>
                  <a:pt x="9662481" y="688428"/>
                </a:cubicBezTo>
                <a:lnTo>
                  <a:pt x="9072763" y="688428"/>
                </a:lnTo>
                <a:close/>
                <a:moveTo>
                  <a:pt x="8071817" y="463851"/>
                </a:moveTo>
                <a:lnTo>
                  <a:pt x="8991911" y="463851"/>
                </a:lnTo>
                <a:lnTo>
                  <a:pt x="8991911" y="686668"/>
                </a:lnTo>
                <a:lnTo>
                  <a:pt x="8652240" y="686668"/>
                </a:lnTo>
                <a:lnTo>
                  <a:pt x="8652240" y="1522955"/>
                </a:lnTo>
                <a:lnTo>
                  <a:pt x="8411534" y="1522955"/>
                </a:lnTo>
                <a:lnTo>
                  <a:pt x="8411534" y="686668"/>
                </a:lnTo>
                <a:lnTo>
                  <a:pt x="8071817" y="686668"/>
                </a:lnTo>
                <a:close/>
                <a:moveTo>
                  <a:pt x="7075333" y="463851"/>
                </a:moveTo>
                <a:lnTo>
                  <a:pt x="7681075" y="463851"/>
                </a:lnTo>
                <a:cubicBezTo>
                  <a:pt x="7935303" y="463851"/>
                  <a:pt x="8023424" y="559816"/>
                  <a:pt x="8023417" y="826574"/>
                </a:cubicBezTo>
                <a:lnTo>
                  <a:pt x="8023417" y="1522671"/>
                </a:lnTo>
                <a:lnTo>
                  <a:pt x="7306759" y="1522671"/>
                </a:lnTo>
                <a:cubicBezTo>
                  <a:pt x="7114170" y="1522671"/>
                  <a:pt x="7018293" y="1435849"/>
                  <a:pt x="7018293" y="1219793"/>
                </a:cubicBezTo>
                <a:lnTo>
                  <a:pt x="7018293" y="1169781"/>
                </a:lnTo>
                <a:cubicBezTo>
                  <a:pt x="7018293" y="959714"/>
                  <a:pt x="7110792" y="866738"/>
                  <a:pt x="7296628" y="866738"/>
                </a:cubicBezTo>
                <a:lnTo>
                  <a:pt x="7785307" y="866738"/>
                </a:lnTo>
                <a:lnTo>
                  <a:pt x="7785307" y="829349"/>
                </a:lnTo>
                <a:cubicBezTo>
                  <a:pt x="7785307" y="727955"/>
                  <a:pt x="7751547" y="688428"/>
                  <a:pt x="7665080" y="688428"/>
                </a:cubicBezTo>
                <a:lnTo>
                  <a:pt x="7075333" y="688428"/>
                </a:lnTo>
                <a:close/>
                <a:moveTo>
                  <a:pt x="5930572" y="463851"/>
                </a:moveTo>
                <a:lnTo>
                  <a:pt x="6574718" y="463851"/>
                </a:lnTo>
                <a:cubicBezTo>
                  <a:pt x="6817412" y="463851"/>
                  <a:pt x="6925013" y="557409"/>
                  <a:pt x="6925013" y="834884"/>
                </a:cubicBezTo>
                <a:lnTo>
                  <a:pt x="6925013" y="1151743"/>
                </a:lnTo>
                <a:cubicBezTo>
                  <a:pt x="6925013" y="1394650"/>
                  <a:pt x="6843589" y="1522671"/>
                  <a:pt x="6585968" y="1522671"/>
                </a:cubicBezTo>
                <a:lnTo>
                  <a:pt x="5930572" y="1522671"/>
                </a:lnTo>
                <a:close/>
                <a:moveTo>
                  <a:pt x="4717895" y="463851"/>
                </a:moveTo>
                <a:lnTo>
                  <a:pt x="5638093" y="463851"/>
                </a:lnTo>
                <a:lnTo>
                  <a:pt x="5638093" y="686668"/>
                </a:lnTo>
                <a:lnTo>
                  <a:pt x="5298318" y="686668"/>
                </a:lnTo>
                <a:lnTo>
                  <a:pt x="5298318" y="1522955"/>
                </a:lnTo>
                <a:lnTo>
                  <a:pt x="5057626" y="1522955"/>
                </a:lnTo>
                <a:lnTo>
                  <a:pt x="5057626" y="686668"/>
                </a:lnTo>
                <a:lnTo>
                  <a:pt x="4717895" y="686668"/>
                </a:lnTo>
                <a:close/>
                <a:moveTo>
                  <a:pt x="3721291" y="463851"/>
                </a:moveTo>
                <a:lnTo>
                  <a:pt x="4641430" y="463851"/>
                </a:lnTo>
                <a:lnTo>
                  <a:pt x="4641430" y="686668"/>
                </a:lnTo>
                <a:lnTo>
                  <a:pt x="4301654" y="686668"/>
                </a:lnTo>
                <a:lnTo>
                  <a:pt x="4301654" y="1522955"/>
                </a:lnTo>
                <a:lnTo>
                  <a:pt x="4061067" y="1522955"/>
                </a:lnTo>
                <a:lnTo>
                  <a:pt x="4061067" y="686668"/>
                </a:lnTo>
                <a:lnTo>
                  <a:pt x="3721291" y="686668"/>
                </a:lnTo>
                <a:close/>
                <a:moveTo>
                  <a:pt x="2809822" y="452019"/>
                </a:moveTo>
                <a:cubicBezTo>
                  <a:pt x="2915562" y="452019"/>
                  <a:pt x="2970732" y="501487"/>
                  <a:pt x="3016077" y="572753"/>
                </a:cubicBezTo>
                <a:cubicBezTo>
                  <a:pt x="3055320" y="634446"/>
                  <a:pt x="3376830" y="1260842"/>
                  <a:pt x="3381948" y="1270566"/>
                </a:cubicBezTo>
                <a:cubicBezTo>
                  <a:pt x="3386677" y="1279328"/>
                  <a:pt x="3393442" y="1285729"/>
                  <a:pt x="3400240" y="1281756"/>
                </a:cubicBezTo>
                <a:cubicBezTo>
                  <a:pt x="3406237" y="1278349"/>
                  <a:pt x="3406646" y="1267378"/>
                  <a:pt x="3406134" y="1255736"/>
                </a:cubicBezTo>
                <a:cubicBezTo>
                  <a:pt x="3405492" y="1241619"/>
                  <a:pt x="3402657" y="1171378"/>
                  <a:pt x="3402657" y="1123946"/>
                </a:cubicBezTo>
                <a:lnTo>
                  <a:pt x="3402657" y="463522"/>
                </a:lnTo>
                <a:lnTo>
                  <a:pt x="3639813" y="463522"/>
                </a:lnTo>
                <a:lnTo>
                  <a:pt x="3639813" y="1255333"/>
                </a:lnTo>
                <a:cubicBezTo>
                  <a:pt x="3639813" y="1491113"/>
                  <a:pt x="3523557" y="1534727"/>
                  <a:pt x="3425426" y="1534727"/>
                </a:cubicBezTo>
                <a:cubicBezTo>
                  <a:pt x="3319670" y="1534727"/>
                  <a:pt x="3264509" y="1485221"/>
                  <a:pt x="3219125" y="1413949"/>
                </a:cubicBezTo>
                <a:cubicBezTo>
                  <a:pt x="3155813" y="1314503"/>
                  <a:pt x="2857763" y="724966"/>
                  <a:pt x="2853165" y="716135"/>
                </a:cubicBezTo>
                <a:cubicBezTo>
                  <a:pt x="2848558" y="707335"/>
                  <a:pt x="2841793" y="701034"/>
                  <a:pt x="2834887" y="704930"/>
                </a:cubicBezTo>
                <a:cubicBezTo>
                  <a:pt x="2829005" y="708344"/>
                  <a:pt x="2828497" y="719338"/>
                  <a:pt x="2829009" y="730980"/>
                </a:cubicBezTo>
                <a:cubicBezTo>
                  <a:pt x="2829628" y="745090"/>
                  <a:pt x="2832590" y="815378"/>
                  <a:pt x="2832590" y="862725"/>
                </a:cubicBezTo>
                <a:lnTo>
                  <a:pt x="2832590" y="1523194"/>
                </a:lnTo>
                <a:lnTo>
                  <a:pt x="2595360" y="1523194"/>
                </a:lnTo>
                <a:lnTo>
                  <a:pt x="2595360" y="731368"/>
                </a:lnTo>
                <a:cubicBezTo>
                  <a:pt x="2595360" y="495611"/>
                  <a:pt x="2711606" y="452019"/>
                  <a:pt x="2809822" y="452019"/>
                </a:cubicBezTo>
                <a:close/>
                <a:moveTo>
                  <a:pt x="1079247" y="330967"/>
                </a:moveTo>
                <a:cubicBezTo>
                  <a:pt x="1039101" y="354484"/>
                  <a:pt x="989740" y="403598"/>
                  <a:pt x="952084" y="465588"/>
                </a:cubicBezTo>
                <a:cubicBezTo>
                  <a:pt x="914427" y="527577"/>
                  <a:pt x="887125" y="603548"/>
                  <a:pt x="887125" y="684091"/>
                </a:cubicBezTo>
                <a:cubicBezTo>
                  <a:pt x="887125" y="743091"/>
                  <a:pt x="906578" y="795805"/>
                  <a:pt x="940315" y="833769"/>
                </a:cubicBezTo>
                <a:cubicBezTo>
                  <a:pt x="974052" y="871732"/>
                  <a:pt x="1022072" y="894946"/>
                  <a:pt x="1079206" y="894946"/>
                </a:cubicBezTo>
                <a:cubicBezTo>
                  <a:pt x="1136340" y="894946"/>
                  <a:pt x="1184360" y="871732"/>
                  <a:pt x="1218097" y="833769"/>
                </a:cubicBezTo>
                <a:cubicBezTo>
                  <a:pt x="1251833" y="795805"/>
                  <a:pt x="1271286" y="743091"/>
                  <a:pt x="1271286" y="684091"/>
                </a:cubicBezTo>
                <a:cubicBezTo>
                  <a:pt x="1271286" y="603548"/>
                  <a:pt x="1243984" y="527577"/>
                  <a:pt x="1206328" y="465588"/>
                </a:cubicBezTo>
                <a:cubicBezTo>
                  <a:pt x="1168672" y="403598"/>
                  <a:pt x="1110735" y="347874"/>
                  <a:pt x="1079247" y="330967"/>
                </a:cubicBezTo>
                <a:close/>
                <a:moveTo>
                  <a:pt x="805966" y="263259"/>
                </a:moveTo>
                <a:cubicBezTo>
                  <a:pt x="686954" y="257894"/>
                  <a:pt x="551782" y="326830"/>
                  <a:pt x="446364" y="449558"/>
                </a:cubicBezTo>
                <a:cubicBezTo>
                  <a:pt x="393654" y="510922"/>
                  <a:pt x="348383" y="585734"/>
                  <a:pt x="316290" y="671430"/>
                </a:cubicBezTo>
                <a:cubicBezTo>
                  <a:pt x="284196" y="757125"/>
                  <a:pt x="265280" y="853705"/>
                  <a:pt x="265280" y="958605"/>
                </a:cubicBezTo>
                <a:cubicBezTo>
                  <a:pt x="265280" y="1073486"/>
                  <a:pt x="288318" y="1182036"/>
                  <a:pt x="329833" y="1280240"/>
                </a:cubicBezTo>
                <a:cubicBezTo>
                  <a:pt x="371348" y="1378444"/>
                  <a:pt x="431341" y="1466303"/>
                  <a:pt x="505249" y="1539802"/>
                </a:cubicBezTo>
                <a:cubicBezTo>
                  <a:pt x="579158" y="1613301"/>
                  <a:pt x="666983" y="1672440"/>
                  <a:pt x="764163" y="1713204"/>
                </a:cubicBezTo>
                <a:cubicBezTo>
                  <a:pt x="861343" y="1753969"/>
                  <a:pt x="967878" y="1776358"/>
                  <a:pt x="1079208" y="1776358"/>
                </a:cubicBezTo>
                <a:cubicBezTo>
                  <a:pt x="1190538" y="1776358"/>
                  <a:pt x="1297074" y="1753969"/>
                  <a:pt x="1394254" y="1713204"/>
                </a:cubicBezTo>
                <a:cubicBezTo>
                  <a:pt x="1491434" y="1672440"/>
                  <a:pt x="1579259" y="1613301"/>
                  <a:pt x="1653167" y="1539802"/>
                </a:cubicBezTo>
                <a:cubicBezTo>
                  <a:pt x="1727076" y="1466303"/>
                  <a:pt x="1787068" y="1378444"/>
                  <a:pt x="1828584" y="1280240"/>
                </a:cubicBezTo>
                <a:cubicBezTo>
                  <a:pt x="1870099" y="1182036"/>
                  <a:pt x="1893137" y="1073486"/>
                  <a:pt x="1893137" y="958605"/>
                </a:cubicBezTo>
                <a:cubicBezTo>
                  <a:pt x="1893137" y="855344"/>
                  <a:pt x="1874740" y="759689"/>
                  <a:pt x="1843297" y="674433"/>
                </a:cubicBezTo>
                <a:cubicBezTo>
                  <a:pt x="1811852" y="589176"/>
                  <a:pt x="1767361" y="514318"/>
                  <a:pt x="1715171" y="452650"/>
                </a:cubicBezTo>
                <a:cubicBezTo>
                  <a:pt x="1610792" y="329313"/>
                  <a:pt x="1475621" y="258738"/>
                  <a:pt x="1352451" y="263259"/>
                </a:cubicBezTo>
                <a:cubicBezTo>
                  <a:pt x="1412945" y="322179"/>
                  <a:pt x="1458865" y="394141"/>
                  <a:pt x="1489332" y="469668"/>
                </a:cubicBezTo>
                <a:cubicBezTo>
                  <a:pt x="1519800" y="545194"/>
                  <a:pt x="1534815" y="624285"/>
                  <a:pt x="1533501" y="697463"/>
                </a:cubicBezTo>
                <a:cubicBezTo>
                  <a:pt x="1533501" y="833577"/>
                  <a:pt x="1479467" y="949424"/>
                  <a:pt x="1395669" y="1031243"/>
                </a:cubicBezTo>
                <a:cubicBezTo>
                  <a:pt x="1311871" y="1113062"/>
                  <a:pt x="1198308" y="1160853"/>
                  <a:pt x="1079208" y="1160853"/>
                </a:cubicBezTo>
                <a:cubicBezTo>
                  <a:pt x="960109" y="1160853"/>
                  <a:pt x="846546" y="1113062"/>
                  <a:pt x="762748" y="1031243"/>
                </a:cubicBezTo>
                <a:cubicBezTo>
                  <a:pt x="678950" y="949424"/>
                  <a:pt x="624916" y="833577"/>
                  <a:pt x="624916" y="697463"/>
                </a:cubicBezTo>
                <a:cubicBezTo>
                  <a:pt x="624916" y="618236"/>
                  <a:pt x="642018" y="537734"/>
                  <a:pt x="673201" y="463015"/>
                </a:cubicBezTo>
                <a:cubicBezTo>
                  <a:pt x="704383" y="388296"/>
                  <a:pt x="749646" y="319359"/>
                  <a:pt x="805966" y="263259"/>
                </a:cubicBezTo>
                <a:close/>
                <a:moveTo>
                  <a:pt x="817834" y="0"/>
                </a:moveTo>
                <a:cubicBezTo>
                  <a:pt x="866589" y="0"/>
                  <a:pt x="917272" y="5772"/>
                  <a:pt x="963091" y="14770"/>
                </a:cubicBezTo>
                <a:cubicBezTo>
                  <a:pt x="1008909" y="23768"/>
                  <a:pt x="1049865" y="35991"/>
                  <a:pt x="1079167" y="48893"/>
                </a:cubicBezTo>
                <a:cubicBezTo>
                  <a:pt x="1107617" y="35545"/>
                  <a:pt x="1148593" y="23322"/>
                  <a:pt x="1194646" y="14436"/>
                </a:cubicBezTo>
                <a:cubicBezTo>
                  <a:pt x="1240699" y="5549"/>
                  <a:pt x="1291827" y="0"/>
                  <a:pt x="1340583" y="0"/>
                </a:cubicBezTo>
                <a:cubicBezTo>
                  <a:pt x="1448034" y="0"/>
                  <a:pt x="1552874" y="25401"/>
                  <a:pt x="1649693" y="72213"/>
                </a:cubicBezTo>
                <a:cubicBezTo>
                  <a:pt x="1746513" y="119025"/>
                  <a:pt x="1835310" y="187248"/>
                  <a:pt x="1910677" y="272891"/>
                </a:cubicBezTo>
                <a:cubicBezTo>
                  <a:pt x="1986043" y="358535"/>
                  <a:pt x="2047978" y="461600"/>
                  <a:pt x="2091072" y="578096"/>
                </a:cubicBezTo>
                <a:cubicBezTo>
                  <a:pt x="2134165" y="694592"/>
                  <a:pt x="2158417" y="824518"/>
                  <a:pt x="2158417" y="963886"/>
                </a:cubicBezTo>
                <a:cubicBezTo>
                  <a:pt x="2158417" y="1115873"/>
                  <a:pt x="2127372" y="1259243"/>
                  <a:pt x="2071704" y="1388805"/>
                </a:cubicBezTo>
                <a:cubicBezTo>
                  <a:pt x="2016036" y="1518366"/>
                  <a:pt x="1935744" y="1634120"/>
                  <a:pt x="1837251" y="1730875"/>
                </a:cubicBezTo>
                <a:cubicBezTo>
                  <a:pt x="1738759" y="1827631"/>
                  <a:pt x="1622064" y="1905388"/>
                  <a:pt x="1493585" y="1958956"/>
                </a:cubicBezTo>
                <a:cubicBezTo>
                  <a:pt x="1365105" y="2012524"/>
                  <a:pt x="1224841" y="2041903"/>
                  <a:pt x="1079208" y="2041903"/>
                </a:cubicBezTo>
                <a:cubicBezTo>
                  <a:pt x="933576" y="2041903"/>
                  <a:pt x="793312" y="2012524"/>
                  <a:pt x="664832" y="1958956"/>
                </a:cubicBezTo>
                <a:cubicBezTo>
                  <a:pt x="536353" y="1905388"/>
                  <a:pt x="419658" y="1827631"/>
                  <a:pt x="321166" y="1730875"/>
                </a:cubicBezTo>
                <a:cubicBezTo>
                  <a:pt x="222673" y="1634120"/>
                  <a:pt x="142381" y="1518366"/>
                  <a:pt x="86713" y="1388805"/>
                </a:cubicBezTo>
                <a:cubicBezTo>
                  <a:pt x="31045" y="1259243"/>
                  <a:pt x="0" y="1115873"/>
                  <a:pt x="0" y="963886"/>
                </a:cubicBezTo>
                <a:cubicBezTo>
                  <a:pt x="0" y="824518"/>
                  <a:pt x="24252" y="694592"/>
                  <a:pt x="67345" y="578096"/>
                </a:cubicBezTo>
                <a:cubicBezTo>
                  <a:pt x="110439" y="461600"/>
                  <a:pt x="172374" y="358535"/>
                  <a:pt x="247740" y="272891"/>
                </a:cubicBezTo>
                <a:cubicBezTo>
                  <a:pt x="323106" y="187248"/>
                  <a:pt x="411904" y="119025"/>
                  <a:pt x="508723" y="72213"/>
                </a:cubicBezTo>
                <a:cubicBezTo>
                  <a:pt x="605542" y="25401"/>
                  <a:pt x="710382" y="0"/>
                  <a:pt x="817834" y="0"/>
                </a:cubicBezTo>
                <a:close/>
              </a:path>
            </a:pathLst>
          </a:custGeom>
          <a:solidFill>
            <a:schemeClr val="tx1"/>
          </a:solidFill>
          <a:ln w="7639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14188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04" r:id="rId1"/>
    <p:sldLayoutId id="2147484205" r:id="rId2"/>
    <p:sldLayoutId id="2147484206" r:id="rId3"/>
    <p:sldLayoutId id="2147484207" r:id="rId4"/>
    <p:sldLayoutId id="2147484208" r:id="rId5"/>
    <p:sldLayoutId id="2147484209" r:id="rId6"/>
    <p:sldLayoutId id="2147484210" r:id="rId7"/>
    <p:sldLayoutId id="2147484211" r:id="rId8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2800" kern="1200" dirty="0">
          <a:solidFill>
            <a:schemeClr val="tx1"/>
          </a:solidFill>
          <a:latin typeface="Georgia" panose="02040502050405020303" pitchFamily="18" charset="0"/>
          <a:ea typeface="+mj-ea"/>
          <a:cs typeface="+mj-cs"/>
        </a:defRPr>
      </a:lvl1pPr>
    </p:titleStyle>
    <p:bodyStyle>
      <a:lvl1pPr marL="227013" indent="-227013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798513" indent="-28575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200150" indent="-22860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712913" indent="-28575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114550" indent="-22860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DB37B6-3DF4-34BD-D5E9-52EA5E80D4A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400800"/>
            <a:ext cx="914400" cy="304800"/>
          </a:xfrm>
          <a:prstGeom prst="rect">
            <a:avLst/>
          </a:prstGeom>
          <a:ln w="3175">
            <a:noFill/>
          </a:ln>
        </p:spPr>
        <p:txBody>
          <a:bodyPr vert="horz" lIns="0" tIns="0" rIns="0" bIns="0" rtlCol="0" anchor="ctr"/>
          <a:lstStyle>
            <a:lvl1pPr>
              <a:defRPr lang="en-US" sz="800" smtClean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November 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3C5F86-8F5F-160E-E108-4A97EA9FE1A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71600" y="6400800"/>
            <a:ext cx="4114800" cy="304800"/>
          </a:xfrm>
          <a:prstGeom prst="rect">
            <a:avLst/>
          </a:prstGeom>
          <a:ln w="3175">
            <a:noFill/>
          </a:ln>
        </p:spPr>
        <p:txBody>
          <a:bodyPr vert="horz" lIns="0" tIns="0" rIns="0" bIns="0" rtlCol="0" anchor="ctr"/>
          <a:lstStyle>
            <a:lvl1pPr>
              <a:defRPr lang="en-US" sz="8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NTT DATA, Inc.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64DB4C7-535B-ACE9-FD48-E216483B58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04801"/>
            <a:ext cx="11430000" cy="380999"/>
          </a:xfrm>
          <a:prstGeom prst="rect">
            <a:avLst/>
          </a:prstGeom>
        </p:spPr>
        <p:txBody>
          <a:bodyPr vert="horz" lIns="0" tIns="45720" rIns="0" bIns="45720" rtlCol="0" anchor="t">
            <a:noAutofit/>
          </a:bodyPr>
          <a:lstStyle/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15ACC7-9813-39D4-E0E6-4E62A19476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0" y="1676400"/>
            <a:ext cx="11430000" cy="4572000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9A58B4-77D9-E987-C197-DA4CB60F70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562600" y="6400800"/>
            <a:ext cx="1066800" cy="304800"/>
          </a:xfrm>
          <a:prstGeom prst="rect">
            <a:avLst/>
          </a:prstGeom>
          <a:ln w="3175">
            <a:noFill/>
          </a:ln>
        </p:spPr>
        <p:txBody>
          <a:bodyPr anchor="ctr"/>
          <a:lstStyle>
            <a:lvl1pPr>
              <a:defRPr lang="en-US" sz="800" b="0" i="0" smtClean="0">
                <a:solidFill>
                  <a:schemeClr val="tx1"/>
                </a:solidFill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algn="ctr"/>
            <a:fld id="{60D39823-8059-4D49-BD26-6D32C31B8621}" type="slidenum">
              <a:rPr lang="en-US" smtClean="0"/>
              <a:pPr algn="ctr"/>
              <a:t>‹#›</a:t>
            </a:fld>
            <a:endParaRPr lang="en-US"/>
          </a:p>
        </p:txBody>
      </p:sp>
      <p:sp>
        <p:nvSpPr>
          <p:cNvPr id="8" name="NTT DATA Global Logo">
            <a:extLst>
              <a:ext uri="{FF2B5EF4-FFF2-40B4-BE49-F238E27FC236}">
                <a16:creationId xmlns:a16="http://schemas.microsoft.com/office/drawing/2014/main" id="{FCB66863-8379-6B12-AF6C-4FED25C397A8}"/>
              </a:ext>
            </a:extLst>
          </p:cNvPr>
          <p:cNvSpPr/>
          <p:nvPr userDrawn="1"/>
        </p:nvSpPr>
        <p:spPr bwMode="black">
          <a:xfrm>
            <a:off x="10588752" y="6428232"/>
            <a:ext cx="1211639" cy="246888"/>
          </a:xfrm>
          <a:custGeom>
            <a:avLst/>
            <a:gdLst>
              <a:gd name="connsiteX0" fmla="*/ 9329240 w 10020924"/>
              <a:gd name="connsiteY0" fmla="*/ 1080290 h 2041903"/>
              <a:gd name="connsiteX1" fmla="*/ 9251983 w 10020924"/>
              <a:gd name="connsiteY1" fmla="*/ 1187029 h 2041903"/>
              <a:gd name="connsiteX2" fmla="*/ 9329240 w 10020924"/>
              <a:gd name="connsiteY2" fmla="*/ 1296468 h 2041903"/>
              <a:gd name="connsiteX3" fmla="*/ 9782722 w 10020924"/>
              <a:gd name="connsiteY3" fmla="*/ 1296468 h 2041903"/>
              <a:gd name="connsiteX4" fmla="*/ 9782722 w 10020924"/>
              <a:gd name="connsiteY4" fmla="*/ 1080290 h 2041903"/>
              <a:gd name="connsiteX5" fmla="*/ 7331825 w 10020924"/>
              <a:gd name="connsiteY5" fmla="*/ 1080290 h 2041903"/>
              <a:gd name="connsiteX6" fmla="*/ 7254583 w 10020924"/>
              <a:gd name="connsiteY6" fmla="*/ 1187029 h 2041903"/>
              <a:gd name="connsiteX7" fmla="*/ 7331825 w 10020924"/>
              <a:gd name="connsiteY7" fmla="*/ 1296468 h 2041903"/>
              <a:gd name="connsiteX8" fmla="*/ 7785307 w 10020924"/>
              <a:gd name="connsiteY8" fmla="*/ 1296468 h 2041903"/>
              <a:gd name="connsiteX9" fmla="*/ 7785307 w 10020924"/>
              <a:gd name="connsiteY9" fmla="*/ 1080290 h 2041903"/>
              <a:gd name="connsiteX10" fmla="*/ 6171264 w 10020924"/>
              <a:gd name="connsiteY10" fmla="*/ 689323 h 2041903"/>
              <a:gd name="connsiteX11" fmla="*/ 6171264 w 10020924"/>
              <a:gd name="connsiteY11" fmla="*/ 1297318 h 2041903"/>
              <a:gd name="connsiteX12" fmla="*/ 6558679 w 10020924"/>
              <a:gd name="connsiteY12" fmla="*/ 1297318 h 2041903"/>
              <a:gd name="connsiteX13" fmla="*/ 6679368 w 10020924"/>
              <a:gd name="connsiteY13" fmla="*/ 1156413 h 2041903"/>
              <a:gd name="connsiteX14" fmla="*/ 6679368 w 10020924"/>
              <a:gd name="connsiteY14" fmla="*/ 830244 h 2041903"/>
              <a:gd name="connsiteX15" fmla="*/ 6558679 w 10020924"/>
              <a:gd name="connsiteY15" fmla="*/ 689323 h 2041903"/>
              <a:gd name="connsiteX16" fmla="*/ 9072763 w 10020924"/>
              <a:gd name="connsiteY16" fmla="*/ 463851 h 2041903"/>
              <a:gd name="connsiteX17" fmla="*/ 9678449 w 10020924"/>
              <a:gd name="connsiteY17" fmla="*/ 463851 h 2041903"/>
              <a:gd name="connsiteX18" fmla="*/ 10020924 w 10020924"/>
              <a:gd name="connsiteY18" fmla="*/ 826574 h 2041903"/>
              <a:gd name="connsiteX19" fmla="*/ 10020924 w 10020924"/>
              <a:gd name="connsiteY19" fmla="*/ 1522671 h 2041903"/>
              <a:gd name="connsiteX20" fmla="*/ 9304207 w 10020924"/>
              <a:gd name="connsiteY20" fmla="*/ 1522671 h 2041903"/>
              <a:gd name="connsiteX21" fmla="*/ 9015771 w 10020924"/>
              <a:gd name="connsiteY21" fmla="*/ 1219793 h 2041903"/>
              <a:gd name="connsiteX22" fmla="*/ 9015771 w 10020924"/>
              <a:gd name="connsiteY22" fmla="*/ 1169781 h 2041903"/>
              <a:gd name="connsiteX23" fmla="*/ 9294061 w 10020924"/>
              <a:gd name="connsiteY23" fmla="*/ 866738 h 2041903"/>
              <a:gd name="connsiteX24" fmla="*/ 9782829 w 10020924"/>
              <a:gd name="connsiteY24" fmla="*/ 866738 h 2041903"/>
              <a:gd name="connsiteX25" fmla="*/ 9782707 w 10020924"/>
              <a:gd name="connsiteY25" fmla="*/ 829349 h 2041903"/>
              <a:gd name="connsiteX26" fmla="*/ 9662481 w 10020924"/>
              <a:gd name="connsiteY26" fmla="*/ 688428 h 2041903"/>
              <a:gd name="connsiteX27" fmla="*/ 9072763 w 10020924"/>
              <a:gd name="connsiteY27" fmla="*/ 688428 h 2041903"/>
              <a:gd name="connsiteX28" fmla="*/ 8071817 w 10020924"/>
              <a:gd name="connsiteY28" fmla="*/ 463851 h 2041903"/>
              <a:gd name="connsiteX29" fmla="*/ 8991911 w 10020924"/>
              <a:gd name="connsiteY29" fmla="*/ 463851 h 2041903"/>
              <a:gd name="connsiteX30" fmla="*/ 8991911 w 10020924"/>
              <a:gd name="connsiteY30" fmla="*/ 686668 h 2041903"/>
              <a:gd name="connsiteX31" fmla="*/ 8652240 w 10020924"/>
              <a:gd name="connsiteY31" fmla="*/ 686668 h 2041903"/>
              <a:gd name="connsiteX32" fmla="*/ 8652240 w 10020924"/>
              <a:gd name="connsiteY32" fmla="*/ 1522955 h 2041903"/>
              <a:gd name="connsiteX33" fmla="*/ 8411534 w 10020924"/>
              <a:gd name="connsiteY33" fmla="*/ 1522955 h 2041903"/>
              <a:gd name="connsiteX34" fmla="*/ 8411534 w 10020924"/>
              <a:gd name="connsiteY34" fmla="*/ 686668 h 2041903"/>
              <a:gd name="connsiteX35" fmla="*/ 8071817 w 10020924"/>
              <a:gd name="connsiteY35" fmla="*/ 686668 h 2041903"/>
              <a:gd name="connsiteX36" fmla="*/ 7075333 w 10020924"/>
              <a:gd name="connsiteY36" fmla="*/ 463851 h 2041903"/>
              <a:gd name="connsiteX37" fmla="*/ 7681075 w 10020924"/>
              <a:gd name="connsiteY37" fmla="*/ 463851 h 2041903"/>
              <a:gd name="connsiteX38" fmla="*/ 8023417 w 10020924"/>
              <a:gd name="connsiteY38" fmla="*/ 826574 h 2041903"/>
              <a:gd name="connsiteX39" fmla="*/ 8023417 w 10020924"/>
              <a:gd name="connsiteY39" fmla="*/ 1522671 h 2041903"/>
              <a:gd name="connsiteX40" fmla="*/ 7306759 w 10020924"/>
              <a:gd name="connsiteY40" fmla="*/ 1522671 h 2041903"/>
              <a:gd name="connsiteX41" fmla="*/ 7018293 w 10020924"/>
              <a:gd name="connsiteY41" fmla="*/ 1219793 h 2041903"/>
              <a:gd name="connsiteX42" fmla="*/ 7018293 w 10020924"/>
              <a:gd name="connsiteY42" fmla="*/ 1169781 h 2041903"/>
              <a:gd name="connsiteX43" fmla="*/ 7296628 w 10020924"/>
              <a:gd name="connsiteY43" fmla="*/ 866738 h 2041903"/>
              <a:gd name="connsiteX44" fmla="*/ 7785307 w 10020924"/>
              <a:gd name="connsiteY44" fmla="*/ 866738 h 2041903"/>
              <a:gd name="connsiteX45" fmla="*/ 7785307 w 10020924"/>
              <a:gd name="connsiteY45" fmla="*/ 829349 h 2041903"/>
              <a:gd name="connsiteX46" fmla="*/ 7665080 w 10020924"/>
              <a:gd name="connsiteY46" fmla="*/ 688428 h 2041903"/>
              <a:gd name="connsiteX47" fmla="*/ 7075333 w 10020924"/>
              <a:gd name="connsiteY47" fmla="*/ 688428 h 2041903"/>
              <a:gd name="connsiteX48" fmla="*/ 5930572 w 10020924"/>
              <a:gd name="connsiteY48" fmla="*/ 463851 h 2041903"/>
              <a:gd name="connsiteX49" fmla="*/ 6574718 w 10020924"/>
              <a:gd name="connsiteY49" fmla="*/ 463851 h 2041903"/>
              <a:gd name="connsiteX50" fmla="*/ 6925013 w 10020924"/>
              <a:gd name="connsiteY50" fmla="*/ 834884 h 2041903"/>
              <a:gd name="connsiteX51" fmla="*/ 6925013 w 10020924"/>
              <a:gd name="connsiteY51" fmla="*/ 1151743 h 2041903"/>
              <a:gd name="connsiteX52" fmla="*/ 6585968 w 10020924"/>
              <a:gd name="connsiteY52" fmla="*/ 1522671 h 2041903"/>
              <a:gd name="connsiteX53" fmla="*/ 5930572 w 10020924"/>
              <a:gd name="connsiteY53" fmla="*/ 1522671 h 2041903"/>
              <a:gd name="connsiteX54" fmla="*/ 4717895 w 10020924"/>
              <a:gd name="connsiteY54" fmla="*/ 463851 h 2041903"/>
              <a:gd name="connsiteX55" fmla="*/ 5638093 w 10020924"/>
              <a:gd name="connsiteY55" fmla="*/ 463851 h 2041903"/>
              <a:gd name="connsiteX56" fmla="*/ 5638093 w 10020924"/>
              <a:gd name="connsiteY56" fmla="*/ 686668 h 2041903"/>
              <a:gd name="connsiteX57" fmla="*/ 5298318 w 10020924"/>
              <a:gd name="connsiteY57" fmla="*/ 686668 h 2041903"/>
              <a:gd name="connsiteX58" fmla="*/ 5298318 w 10020924"/>
              <a:gd name="connsiteY58" fmla="*/ 1522955 h 2041903"/>
              <a:gd name="connsiteX59" fmla="*/ 5057626 w 10020924"/>
              <a:gd name="connsiteY59" fmla="*/ 1522955 h 2041903"/>
              <a:gd name="connsiteX60" fmla="*/ 5057626 w 10020924"/>
              <a:gd name="connsiteY60" fmla="*/ 686668 h 2041903"/>
              <a:gd name="connsiteX61" fmla="*/ 4717895 w 10020924"/>
              <a:gd name="connsiteY61" fmla="*/ 686668 h 2041903"/>
              <a:gd name="connsiteX62" fmla="*/ 3721291 w 10020924"/>
              <a:gd name="connsiteY62" fmla="*/ 463851 h 2041903"/>
              <a:gd name="connsiteX63" fmla="*/ 4641430 w 10020924"/>
              <a:gd name="connsiteY63" fmla="*/ 463851 h 2041903"/>
              <a:gd name="connsiteX64" fmla="*/ 4641430 w 10020924"/>
              <a:gd name="connsiteY64" fmla="*/ 686668 h 2041903"/>
              <a:gd name="connsiteX65" fmla="*/ 4301654 w 10020924"/>
              <a:gd name="connsiteY65" fmla="*/ 686668 h 2041903"/>
              <a:gd name="connsiteX66" fmla="*/ 4301654 w 10020924"/>
              <a:gd name="connsiteY66" fmla="*/ 1522955 h 2041903"/>
              <a:gd name="connsiteX67" fmla="*/ 4061067 w 10020924"/>
              <a:gd name="connsiteY67" fmla="*/ 1522955 h 2041903"/>
              <a:gd name="connsiteX68" fmla="*/ 4061067 w 10020924"/>
              <a:gd name="connsiteY68" fmla="*/ 686668 h 2041903"/>
              <a:gd name="connsiteX69" fmla="*/ 3721291 w 10020924"/>
              <a:gd name="connsiteY69" fmla="*/ 686668 h 2041903"/>
              <a:gd name="connsiteX70" fmla="*/ 2809822 w 10020924"/>
              <a:gd name="connsiteY70" fmla="*/ 452019 h 2041903"/>
              <a:gd name="connsiteX71" fmla="*/ 3016077 w 10020924"/>
              <a:gd name="connsiteY71" fmla="*/ 572753 h 2041903"/>
              <a:gd name="connsiteX72" fmla="*/ 3381948 w 10020924"/>
              <a:gd name="connsiteY72" fmla="*/ 1270566 h 2041903"/>
              <a:gd name="connsiteX73" fmla="*/ 3400240 w 10020924"/>
              <a:gd name="connsiteY73" fmla="*/ 1281756 h 2041903"/>
              <a:gd name="connsiteX74" fmla="*/ 3406134 w 10020924"/>
              <a:gd name="connsiteY74" fmla="*/ 1255736 h 2041903"/>
              <a:gd name="connsiteX75" fmla="*/ 3402657 w 10020924"/>
              <a:gd name="connsiteY75" fmla="*/ 1123946 h 2041903"/>
              <a:gd name="connsiteX76" fmla="*/ 3402657 w 10020924"/>
              <a:gd name="connsiteY76" fmla="*/ 463522 h 2041903"/>
              <a:gd name="connsiteX77" fmla="*/ 3639813 w 10020924"/>
              <a:gd name="connsiteY77" fmla="*/ 463522 h 2041903"/>
              <a:gd name="connsiteX78" fmla="*/ 3639813 w 10020924"/>
              <a:gd name="connsiteY78" fmla="*/ 1255333 h 2041903"/>
              <a:gd name="connsiteX79" fmla="*/ 3425426 w 10020924"/>
              <a:gd name="connsiteY79" fmla="*/ 1534727 h 2041903"/>
              <a:gd name="connsiteX80" fmla="*/ 3219125 w 10020924"/>
              <a:gd name="connsiteY80" fmla="*/ 1413949 h 2041903"/>
              <a:gd name="connsiteX81" fmla="*/ 2853165 w 10020924"/>
              <a:gd name="connsiteY81" fmla="*/ 716135 h 2041903"/>
              <a:gd name="connsiteX82" fmla="*/ 2834887 w 10020924"/>
              <a:gd name="connsiteY82" fmla="*/ 704930 h 2041903"/>
              <a:gd name="connsiteX83" fmla="*/ 2829009 w 10020924"/>
              <a:gd name="connsiteY83" fmla="*/ 730980 h 2041903"/>
              <a:gd name="connsiteX84" fmla="*/ 2832590 w 10020924"/>
              <a:gd name="connsiteY84" fmla="*/ 862725 h 2041903"/>
              <a:gd name="connsiteX85" fmla="*/ 2832590 w 10020924"/>
              <a:gd name="connsiteY85" fmla="*/ 1523194 h 2041903"/>
              <a:gd name="connsiteX86" fmla="*/ 2595360 w 10020924"/>
              <a:gd name="connsiteY86" fmla="*/ 1523194 h 2041903"/>
              <a:gd name="connsiteX87" fmla="*/ 2595360 w 10020924"/>
              <a:gd name="connsiteY87" fmla="*/ 731368 h 2041903"/>
              <a:gd name="connsiteX88" fmla="*/ 2809822 w 10020924"/>
              <a:gd name="connsiteY88" fmla="*/ 452019 h 2041903"/>
              <a:gd name="connsiteX89" fmla="*/ 1079247 w 10020924"/>
              <a:gd name="connsiteY89" fmla="*/ 330967 h 2041903"/>
              <a:gd name="connsiteX90" fmla="*/ 952084 w 10020924"/>
              <a:gd name="connsiteY90" fmla="*/ 465588 h 2041903"/>
              <a:gd name="connsiteX91" fmla="*/ 887125 w 10020924"/>
              <a:gd name="connsiteY91" fmla="*/ 684091 h 2041903"/>
              <a:gd name="connsiteX92" fmla="*/ 940315 w 10020924"/>
              <a:gd name="connsiteY92" fmla="*/ 833769 h 2041903"/>
              <a:gd name="connsiteX93" fmla="*/ 1079206 w 10020924"/>
              <a:gd name="connsiteY93" fmla="*/ 894946 h 2041903"/>
              <a:gd name="connsiteX94" fmla="*/ 1218097 w 10020924"/>
              <a:gd name="connsiteY94" fmla="*/ 833769 h 2041903"/>
              <a:gd name="connsiteX95" fmla="*/ 1271286 w 10020924"/>
              <a:gd name="connsiteY95" fmla="*/ 684091 h 2041903"/>
              <a:gd name="connsiteX96" fmla="*/ 1206328 w 10020924"/>
              <a:gd name="connsiteY96" fmla="*/ 465588 h 2041903"/>
              <a:gd name="connsiteX97" fmla="*/ 1079247 w 10020924"/>
              <a:gd name="connsiteY97" fmla="*/ 330967 h 2041903"/>
              <a:gd name="connsiteX98" fmla="*/ 805966 w 10020924"/>
              <a:gd name="connsiteY98" fmla="*/ 263259 h 2041903"/>
              <a:gd name="connsiteX99" fmla="*/ 446364 w 10020924"/>
              <a:gd name="connsiteY99" fmla="*/ 449558 h 2041903"/>
              <a:gd name="connsiteX100" fmla="*/ 316290 w 10020924"/>
              <a:gd name="connsiteY100" fmla="*/ 671430 h 2041903"/>
              <a:gd name="connsiteX101" fmla="*/ 265280 w 10020924"/>
              <a:gd name="connsiteY101" fmla="*/ 958605 h 2041903"/>
              <a:gd name="connsiteX102" fmla="*/ 329833 w 10020924"/>
              <a:gd name="connsiteY102" fmla="*/ 1280240 h 2041903"/>
              <a:gd name="connsiteX103" fmla="*/ 505249 w 10020924"/>
              <a:gd name="connsiteY103" fmla="*/ 1539802 h 2041903"/>
              <a:gd name="connsiteX104" fmla="*/ 764163 w 10020924"/>
              <a:gd name="connsiteY104" fmla="*/ 1713204 h 2041903"/>
              <a:gd name="connsiteX105" fmla="*/ 1079208 w 10020924"/>
              <a:gd name="connsiteY105" fmla="*/ 1776358 h 2041903"/>
              <a:gd name="connsiteX106" fmla="*/ 1394254 w 10020924"/>
              <a:gd name="connsiteY106" fmla="*/ 1713204 h 2041903"/>
              <a:gd name="connsiteX107" fmla="*/ 1653167 w 10020924"/>
              <a:gd name="connsiteY107" fmla="*/ 1539802 h 2041903"/>
              <a:gd name="connsiteX108" fmla="*/ 1828584 w 10020924"/>
              <a:gd name="connsiteY108" fmla="*/ 1280240 h 2041903"/>
              <a:gd name="connsiteX109" fmla="*/ 1893137 w 10020924"/>
              <a:gd name="connsiteY109" fmla="*/ 958605 h 2041903"/>
              <a:gd name="connsiteX110" fmla="*/ 1843297 w 10020924"/>
              <a:gd name="connsiteY110" fmla="*/ 674433 h 2041903"/>
              <a:gd name="connsiteX111" fmla="*/ 1715171 w 10020924"/>
              <a:gd name="connsiteY111" fmla="*/ 452650 h 2041903"/>
              <a:gd name="connsiteX112" fmla="*/ 1352451 w 10020924"/>
              <a:gd name="connsiteY112" fmla="*/ 263259 h 2041903"/>
              <a:gd name="connsiteX113" fmla="*/ 1489332 w 10020924"/>
              <a:gd name="connsiteY113" fmla="*/ 469668 h 2041903"/>
              <a:gd name="connsiteX114" fmla="*/ 1533501 w 10020924"/>
              <a:gd name="connsiteY114" fmla="*/ 697463 h 2041903"/>
              <a:gd name="connsiteX115" fmla="*/ 1395669 w 10020924"/>
              <a:gd name="connsiteY115" fmla="*/ 1031243 h 2041903"/>
              <a:gd name="connsiteX116" fmla="*/ 1079208 w 10020924"/>
              <a:gd name="connsiteY116" fmla="*/ 1160853 h 2041903"/>
              <a:gd name="connsiteX117" fmla="*/ 762748 w 10020924"/>
              <a:gd name="connsiteY117" fmla="*/ 1031243 h 2041903"/>
              <a:gd name="connsiteX118" fmla="*/ 624916 w 10020924"/>
              <a:gd name="connsiteY118" fmla="*/ 697463 h 2041903"/>
              <a:gd name="connsiteX119" fmla="*/ 673201 w 10020924"/>
              <a:gd name="connsiteY119" fmla="*/ 463015 h 2041903"/>
              <a:gd name="connsiteX120" fmla="*/ 805966 w 10020924"/>
              <a:gd name="connsiteY120" fmla="*/ 263259 h 2041903"/>
              <a:gd name="connsiteX121" fmla="*/ 817834 w 10020924"/>
              <a:gd name="connsiteY121" fmla="*/ 0 h 2041903"/>
              <a:gd name="connsiteX122" fmla="*/ 963091 w 10020924"/>
              <a:gd name="connsiteY122" fmla="*/ 14770 h 2041903"/>
              <a:gd name="connsiteX123" fmla="*/ 1079167 w 10020924"/>
              <a:gd name="connsiteY123" fmla="*/ 48893 h 2041903"/>
              <a:gd name="connsiteX124" fmla="*/ 1194646 w 10020924"/>
              <a:gd name="connsiteY124" fmla="*/ 14436 h 2041903"/>
              <a:gd name="connsiteX125" fmla="*/ 1340583 w 10020924"/>
              <a:gd name="connsiteY125" fmla="*/ 0 h 2041903"/>
              <a:gd name="connsiteX126" fmla="*/ 1649693 w 10020924"/>
              <a:gd name="connsiteY126" fmla="*/ 72213 h 2041903"/>
              <a:gd name="connsiteX127" fmla="*/ 1910677 w 10020924"/>
              <a:gd name="connsiteY127" fmla="*/ 272891 h 2041903"/>
              <a:gd name="connsiteX128" fmla="*/ 2091072 w 10020924"/>
              <a:gd name="connsiteY128" fmla="*/ 578096 h 2041903"/>
              <a:gd name="connsiteX129" fmla="*/ 2158417 w 10020924"/>
              <a:gd name="connsiteY129" fmla="*/ 963886 h 2041903"/>
              <a:gd name="connsiteX130" fmla="*/ 2071704 w 10020924"/>
              <a:gd name="connsiteY130" fmla="*/ 1388805 h 2041903"/>
              <a:gd name="connsiteX131" fmla="*/ 1837251 w 10020924"/>
              <a:gd name="connsiteY131" fmla="*/ 1730875 h 2041903"/>
              <a:gd name="connsiteX132" fmla="*/ 1493585 w 10020924"/>
              <a:gd name="connsiteY132" fmla="*/ 1958956 h 2041903"/>
              <a:gd name="connsiteX133" fmla="*/ 1079208 w 10020924"/>
              <a:gd name="connsiteY133" fmla="*/ 2041903 h 2041903"/>
              <a:gd name="connsiteX134" fmla="*/ 664832 w 10020924"/>
              <a:gd name="connsiteY134" fmla="*/ 1958956 h 2041903"/>
              <a:gd name="connsiteX135" fmla="*/ 321166 w 10020924"/>
              <a:gd name="connsiteY135" fmla="*/ 1730875 h 2041903"/>
              <a:gd name="connsiteX136" fmla="*/ 86713 w 10020924"/>
              <a:gd name="connsiteY136" fmla="*/ 1388805 h 2041903"/>
              <a:gd name="connsiteX137" fmla="*/ 0 w 10020924"/>
              <a:gd name="connsiteY137" fmla="*/ 963886 h 2041903"/>
              <a:gd name="connsiteX138" fmla="*/ 67345 w 10020924"/>
              <a:gd name="connsiteY138" fmla="*/ 578096 h 2041903"/>
              <a:gd name="connsiteX139" fmla="*/ 247740 w 10020924"/>
              <a:gd name="connsiteY139" fmla="*/ 272891 h 2041903"/>
              <a:gd name="connsiteX140" fmla="*/ 508723 w 10020924"/>
              <a:gd name="connsiteY140" fmla="*/ 72213 h 2041903"/>
              <a:gd name="connsiteX141" fmla="*/ 817834 w 10020924"/>
              <a:gd name="connsiteY141" fmla="*/ 0 h 20419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</a:cxnLst>
            <a:rect l="l" t="t" r="r" b="b"/>
            <a:pathLst>
              <a:path w="10020924" h="2041903">
                <a:moveTo>
                  <a:pt x="9329240" y="1080290"/>
                </a:moveTo>
                <a:cubicBezTo>
                  <a:pt x="9292358" y="1080290"/>
                  <a:pt x="9251983" y="1096116"/>
                  <a:pt x="9251983" y="1187029"/>
                </a:cubicBezTo>
                <a:cubicBezTo>
                  <a:pt x="9251983" y="1277880"/>
                  <a:pt x="9292801" y="1296468"/>
                  <a:pt x="9329240" y="1296468"/>
                </a:cubicBezTo>
                <a:lnTo>
                  <a:pt x="9782722" y="1296468"/>
                </a:lnTo>
                <a:lnTo>
                  <a:pt x="9782722" y="1080290"/>
                </a:lnTo>
                <a:close/>
                <a:moveTo>
                  <a:pt x="7331825" y="1080290"/>
                </a:moveTo>
                <a:cubicBezTo>
                  <a:pt x="7294927" y="1080290"/>
                  <a:pt x="7254583" y="1096116"/>
                  <a:pt x="7254583" y="1187029"/>
                </a:cubicBezTo>
                <a:cubicBezTo>
                  <a:pt x="7254583" y="1277880"/>
                  <a:pt x="7295379" y="1296468"/>
                  <a:pt x="7331825" y="1296468"/>
                </a:cubicBezTo>
                <a:lnTo>
                  <a:pt x="7785307" y="1296468"/>
                </a:lnTo>
                <a:lnTo>
                  <a:pt x="7785307" y="1080290"/>
                </a:lnTo>
                <a:close/>
                <a:moveTo>
                  <a:pt x="6171264" y="689323"/>
                </a:moveTo>
                <a:lnTo>
                  <a:pt x="6171264" y="1297318"/>
                </a:lnTo>
                <a:lnTo>
                  <a:pt x="6558679" y="1297318"/>
                </a:lnTo>
                <a:cubicBezTo>
                  <a:pt x="6645146" y="1297318"/>
                  <a:pt x="6679368" y="1257837"/>
                  <a:pt x="6679368" y="1156413"/>
                </a:cubicBezTo>
                <a:lnTo>
                  <a:pt x="6679368" y="830244"/>
                </a:lnTo>
                <a:cubicBezTo>
                  <a:pt x="6679368" y="728827"/>
                  <a:pt x="6645146" y="689323"/>
                  <a:pt x="6558679" y="689323"/>
                </a:cubicBezTo>
                <a:close/>
                <a:moveTo>
                  <a:pt x="9072763" y="463851"/>
                </a:moveTo>
                <a:lnTo>
                  <a:pt x="9678449" y="463851"/>
                </a:lnTo>
                <a:cubicBezTo>
                  <a:pt x="9932730" y="463851"/>
                  <a:pt x="10020924" y="559816"/>
                  <a:pt x="10020924" y="826574"/>
                </a:cubicBezTo>
                <a:lnTo>
                  <a:pt x="10020924" y="1522671"/>
                </a:lnTo>
                <a:lnTo>
                  <a:pt x="9304207" y="1522671"/>
                </a:lnTo>
                <a:cubicBezTo>
                  <a:pt x="9111641" y="1522671"/>
                  <a:pt x="9015771" y="1435849"/>
                  <a:pt x="9015771" y="1219793"/>
                </a:cubicBezTo>
                <a:lnTo>
                  <a:pt x="9015771" y="1169781"/>
                </a:lnTo>
                <a:cubicBezTo>
                  <a:pt x="9015771" y="959714"/>
                  <a:pt x="9108248" y="866738"/>
                  <a:pt x="9294061" y="866738"/>
                </a:cubicBezTo>
                <a:lnTo>
                  <a:pt x="9782829" y="866738"/>
                </a:lnTo>
                <a:cubicBezTo>
                  <a:pt x="9782829" y="858122"/>
                  <a:pt x="9782707" y="829861"/>
                  <a:pt x="9782707" y="829349"/>
                </a:cubicBezTo>
                <a:cubicBezTo>
                  <a:pt x="9782707" y="727955"/>
                  <a:pt x="9749047" y="688428"/>
                  <a:pt x="9662481" y="688428"/>
                </a:cubicBezTo>
                <a:lnTo>
                  <a:pt x="9072763" y="688428"/>
                </a:lnTo>
                <a:close/>
                <a:moveTo>
                  <a:pt x="8071817" y="463851"/>
                </a:moveTo>
                <a:lnTo>
                  <a:pt x="8991911" y="463851"/>
                </a:lnTo>
                <a:lnTo>
                  <a:pt x="8991911" y="686668"/>
                </a:lnTo>
                <a:lnTo>
                  <a:pt x="8652240" y="686668"/>
                </a:lnTo>
                <a:lnTo>
                  <a:pt x="8652240" y="1522955"/>
                </a:lnTo>
                <a:lnTo>
                  <a:pt x="8411534" y="1522955"/>
                </a:lnTo>
                <a:lnTo>
                  <a:pt x="8411534" y="686668"/>
                </a:lnTo>
                <a:lnTo>
                  <a:pt x="8071817" y="686668"/>
                </a:lnTo>
                <a:close/>
                <a:moveTo>
                  <a:pt x="7075333" y="463851"/>
                </a:moveTo>
                <a:lnTo>
                  <a:pt x="7681075" y="463851"/>
                </a:lnTo>
                <a:cubicBezTo>
                  <a:pt x="7935303" y="463851"/>
                  <a:pt x="8023424" y="559816"/>
                  <a:pt x="8023417" y="826574"/>
                </a:cubicBezTo>
                <a:lnTo>
                  <a:pt x="8023417" y="1522671"/>
                </a:lnTo>
                <a:lnTo>
                  <a:pt x="7306759" y="1522671"/>
                </a:lnTo>
                <a:cubicBezTo>
                  <a:pt x="7114170" y="1522671"/>
                  <a:pt x="7018293" y="1435849"/>
                  <a:pt x="7018293" y="1219793"/>
                </a:cubicBezTo>
                <a:lnTo>
                  <a:pt x="7018293" y="1169781"/>
                </a:lnTo>
                <a:cubicBezTo>
                  <a:pt x="7018293" y="959714"/>
                  <a:pt x="7110792" y="866738"/>
                  <a:pt x="7296628" y="866738"/>
                </a:cubicBezTo>
                <a:lnTo>
                  <a:pt x="7785307" y="866738"/>
                </a:lnTo>
                <a:lnTo>
                  <a:pt x="7785307" y="829349"/>
                </a:lnTo>
                <a:cubicBezTo>
                  <a:pt x="7785307" y="727955"/>
                  <a:pt x="7751547" y="688428"/>
                  <a:pt x="7665080" y="688428"/>
                </a:cubicBezTo>
                <a:lnTo>
                  <a:pt x="7075333" y="688428"/>
                </a:lnTo>
                <a:close/>
                <a:moveTo>
                  <a:pt x="5930572" y="463851"/>
                </a:moveTo>
                <a:lnTo>
                  <a:pt x="6574718" y="463851"/>
                </a:lnTo>
                <a:cubicBezTo>
                  <a:pt x="6817412" y="463851"/>
                  <a:pt x="6925013" y="557409"/>
                  <a:pt x="6925013" y="834884"/>
                </a:cubicBezTo>
                <a:lnTo>
                  <a:pt x="6925013" y="1151743"/>
                </a:lnTo>
                <a:cubicBezTo>
                  <a:pt x="6925013" y="1394650"/>
                  <a:pt x="6843589" y="1522671"/>
                  <a:pt x="6585968" y="1522671"/>
                </a:cubicBezTo>
                <a:lnTo>
                  <a:pt x="5930572" y="1522671"/>
                </a:lnTo>
                <a:close/>
                <a:moveTo>
                  <a:pt x="4717895" y="463851"/>
                </a:moveTo>
                <a:lnTo>
                  <a:pt x="5638093" y="463851"/>
                </a:lnTo>
                <a:lnTo>
                  <a:pt x="5638093" y="686668"/>
                </a:lnTo>
                <a:lnTo>
                  <a:pt x="5298318" y="686668"/>
                </a:lnTo>
                <a:lnTo>
                  <a:pt x="5298318" y="1522955"/>
                </a:lnTo>
                <a:lnTo>
                  <a:pt x="5057626" y="1522955"/>
                </a:lnTo>
                <a:lnTo>
                  <a:pt x="5057626" y="686668"/>
                </a:lnTo>
                <a:lnTo>
                  <a:pt x="4717895" y="686668"/>
                </a:lnTo>
                <a:close/>
                <a:moveTo>
                  <a:pt x="3721291" y="463851"/>
                </a:moveTo>
                <a:lnTo>
                  <a:pt x="4641430" y="463851"/>
                </a:lnTo>
                <a:lnTo>
                  <a:pt x="4641430" y="686668"/>
                </a:lnTo>
                <a:lnTo>
                  <a:pt x="4301654" y="686668"/>
                </a:lnTo>
                <a:lnTo>
                  <a:pt x="4301654" y="1522955"/>
                </a:lnTo>
                <a:lnTo>
                  <a:pt x="4061067" y="1522955"/>
                </a:lnTo>
                <a:lnTo>
                  <a:pt x="4061067" y="686668"/>
                </a:lnTo>
                <a:lnTo>
                  <a:pt x="3721291" y="686668"/>
                </a:lnTo>
                <a:close/>
                <a:moveTo>
                  <a:pt x="2809822" y="452019"/>
                </a:moveTo>
                <a:cubicBezTo>
                  <a:pt x="2915562" y="452019"/>
                  <a:pt x="2970732" y="501487"/>
                  <a:pt x="3016077" y="572753"/>
                </a:cubicBezTo>
                <a:cubicBezTo>
                  <a:pt x="3055320" y="634446"/>
                  <a:pt x="3376830" y="1260842"/>
                  <a:pt x="3381948" y="1270566"/>
                </a:cubicBezTo>
                <a:cubicBezTo>
                  <a:pt x="3386677" y="1279328"/>
                  <a:pt x="3393442" y="1285729"/>
                  <a:pt x="3400240" y="1281756"/>
                </a:cubicBezTo>
                <a:cubicBezTo>
                  <a:pt x="3406237" y="1278349"/>
                  <a:pt x="3406646" y="1267378"/>
                  <a:pt x="3406134" y="1255736"/>
                </a:cubicBezTo>
                <a:cubicBezTo>
                  <a:pt x="3405492" y="1241619"/>
                  <a:pt x="3402657" y="1171378"/>
                  <a:pt x="3402657" y="1123946"/>
                </a:cubicBezTo>
                <a:lnTo>
                  <a:pt x="3402657" y="463522"/>
                </a:lnTo>
                <a:lnTo>
                  <a:pt x="3639813" y="463522"/>
                </a:lnTo>
                <a:lnTo>
                  <a:pt x="3639813" y="1255333"/>
                </a:lnTo>
                <a:cubicBezTo>
                  <a:pt x="3639813" y="1491113"/>
                  <a:pt x="3523557" y="1534727"/>
                  <a:pt x="3425426" y="1534727"/>
                </a:cubicBezTo>
                <a:cubicBezTo>
                  <a:pt x="3319670" y="1534727"/>
                  <a:pt x="3264509" y="1485221"/>
                  <a:pt x="3219125" y="1413949"/>
                </a:cubicBezTo>
                <a:cubicBezTo>
                  <a:pt x="3155813" y="1314503"/>
                  <a:pt x="2857763" y="724966"/>
                  <a:pt x="2853165" y="716135"/>
                </a:cubicBezTo>
                <a:cubicBezTo>
                  <a:pt x="2848558" y="707335"/>
                  <a:pt x="2841793" y="701034"/>
                  <a:pt x="2834887" y="704930"/>
                </a:cubicBezTo>
                <a:cubicBezTo>
                  <a:pt x="2829005" y="708344"/>
                  <a:pt x="2828497" y="719338"/>
                  <a:pt x="2829009" y="730980"/>
                </a:cubicBezTo>
                <a:cubicBezTo>
                  <a:pt x="2829628" y="745090"/>
                  <a:pt x="2832590" y="815378"/>
                  <a:pt x="2832590" y="862725"/>
                </a:cubicBezTo>
                <a:lnTo>
                  <a:pt x="2832590" y="1523194"/>
                </a:lnTo>
                <a:lnTo>
                  <a:pt x="2595360" y="1523194"/>
                </a:lnTo>
                <a:lnTo>
                  <a:pt x="2595360" y="731368"/>
                </a:lnTo>
                <a:cubicBezTo>
                  <a:pt x="2595360" y="495611"/>
                  <a:pt x="2711606" y="452019"/>
                  <a:pt x="2809822" y="452019"/>
                </a:cubicBezTo>
                <a:close/>
                <a:moveTo>
                  <a:pt x="1079247" y="330967"/>
                </a:moveTo>
                <a:cubicBezTo>
                  <a:pt x="1039101" y="354484"/>
                  <a:pt x="989740" y="403598"/>
                  <a:pt x="952084" y="465588"/>
                </a:cubicBezTo>
                <a:cubicBezTo>
                  <a:pt x="914427" y="527577"/>
                  <a:pt x="887125" y="603548"/>
                  <a:pt x="887125" y="684091"/>
                </a:cubicBezTo>
                <a:cubicBezTo>
                  <a:pt x="887125" y="743091"/>
                  <a:pt x="906578" y="795805"/>
                  <a:pt x="940315" y="833769"/>
                </a:cubicBezTo>
                <a:cubicBezTo>
                  <a:pt x="974052" y="871732"/>
                  <a:pt x="1022072" y="894946"/>
                  <a:pt x="1079206" y="894946"/>
                </a:cubicBezTo>
                <a:cubicBezTo>
                  <a:pt x="1136340" y="894946"/>
                  <a:pt x="1184360" y="871732"/>
                  <a:pt x="1218097" y="833769"/>
                </a:cubicBezTo>
                <a:cubicBezTo>
                  <a:pt x="1251833" y="795805"/>
                  <a:pt x="1271286" y="743091"/>
                  <a:pt x="1271286" y="684091"/>
                </a:cubicBezTo>
                <a:cubicBezTo>
                  <a:pt x="1271286" y="603548"/>
                  <a:pt x="1243984" y="527577"/>
                  <a:pt x="1206328" y="465588"/>
                </a:cubicBezTo>
                <a:cubicBezTo>
                  <a:pt x="1168672" y="403598"/>
                  <a:pt x="1110735" y="347874"/>
                  <a:pt x="1079247" y="330967"/>
                </a:cubicBezTo>
                <a:close/>
                <a:moveTo>
                  <a:pt x="805966" y="263259"/>
                </a:moveTo>
                <a:cubicBezTo>
                  <a:pt x="686954" y="257894"/>
                  <a:pt x="551782" y="326830"/>
                  <a:pt x="446364" y="449558"/>
                </a:cubicBezTo>
                <a:cubicBezTo>
                  <a:pt x="393654" y="510922"/>
                  <a:pt x="348383" y="585734"/>
                  <a:pt x="316290" y="671430"/>
                </a:cubicBezTo>
                <a:cubicBezTo>
                  <a:pt x="284196" y="757125"/>
                  <a:pt x="265280" y="853705"/>
                  <a:pt x="265280" y="958605"/>
                </a:cubicBezTo>
                <a:cubicBezTo>
                  <a:pt x="265280" y="1073486"/>
                  <a:pt x="288318" y="1182036"/>
                  <a:pt x="329833" y="1280240"/>
                </a:cubicBezTo>
                <a:cubicBezTo>
                  <a:pt x="371348" y="1378444"/>
                  <a:pt x="431341" y="1466303"/>
                  <a:pt x="505249" y="1539802"/>
                </a:cubicBezTo>
                <a:cubicBezTo>
                  <a:pt x="579158" y="1613301"/>
                  <a:pt x="666983" y="1672440"/>
                  <a:pt x="764163" y="1713204"/>
                </a:cubicBezTo>
                <a:cubicBezTo>
                  <a:pt x="861343" y="1753969"/>
                  <a:pt x="967878" y="1776358"/>
                  <a:pt x="1079208" y="1776358"/>
                </a:cubicBezTo>
                <a:cubicBezTo>
                  <a:pt x="1190538" y="1776358"/>
                  <a:pt x="1297074" y="1753969"/>
                  <a:pt x="1394254" y="1713204"/>
                </a:cubicBezTo>
                <a:cubicBezTo>
                  <a:pt x="1491434" y="1672440"/>
                  <a:pt x="1579259" y="1613301"/>
                  <a:pt x="1653167" y="1539802"/>
                </a:cubicBezTo>
                <a:cubicBezTo>
                  <a:pt x="1727076" y="1466303"/>
                  <a:pt x="1787068" y="1378444"/>
                  <a:pt x="1828584" y="1280240"/>
                </a:cubicBezTo>
                <a:cubicBezTo>
                  <a:pt x="1870099" y="1182036"/>
                  <a:pt x="1893137" y="1073486"/>
                  <a:pt x="1893137" y="958605"/>
                </a:cubicBezTo>
                <a:cubicBezTo>
                  <a:pt x="1893137" y="855344"/>
                  <a:pt x="1874740" y="759689"/>
                  <a:pt x="1843297" y="674433"/>
                </a:cubicBezTo>
                <a:cubicBezTo>
                  <a:pt x="1811852" y="589176"/>
                  <a:pt x="1767361" y="514318"/>
                  <a:pt x="1715171" y="452650"/>
                </a:cubicBezTo>
                <a:cubicBezTo>
                  <a:pt x="1610792" y="329313"/>
                  <a:pt x="1475621" y="258738"/>
                  <a:pt x="1352451" y="263259"/>
                </a:cubicBezTo>
                <a:cubicBezTo>
                  <a:pt x="1412945" y="322179"/>
                  <a:pt x="1458865" y="394141"/>
                  <a:pt x="1489332" y="469668"/>
                </a:cubicBezTo>
                <a:cubicBezTo>
                  <a:pt x="1519800" y="545194"/>
                  <a:pt x="1534815" y="624285"/>
                  <a:pt x="1533501" y="697463"/>
                </a:cubicBezTo>
                <a:cubicBezTo>
                  <a:pt x="1533501" y="833577"/>
                  <a:pt x="1479467" y="949424"/>
                  <a:pt x="1395669" y="1031243"/>
                </a:cubicBezTo>
                <a:cubicBezTo>
                  <a:pt x="1311871" y="1113062"/>
                  <a:pt x="1198308" y="1160853"/>
                  <a:pt x="1079208" y="1160853"/>
                </a:cubicBezTo>
                <a:cubicBezTo>
                  <a:pt x="960109" y="1160853"/>
                  <a:pt x="846546" y="1113062"/>
                  <a:pt x="762748" y="1031243"/>
                </a:cubicBezTo>
                <a:cubicBezTo>
                  <a:pt x="678950" y="949424"/>
                  <a:pt x="624916" y="833577"/>
                  <a:pt x="624916" y="697463"/>
                </a:cubicBezTo>
                <a:cubicBezTo>
                  <a:pt x="624916" y="618236"/>
                  <a:pt x="642018" y="537734"/>
                  <a:pt x="673201" y="463015"/>
                </a:cubicBezTo>
                <a:cubicBezTo>
                  <a:pt x="704383" y="388296"/>
                  <a:pt x="749646" y="319359"/>
                  <a:pt x="805966" y="263259"/>
                </a:cubicBezTo>
                <a:close/>
                <a:moveTo>
                  <a:pt x="817834" y="0"/>
                </a:moveTo>
                <a:cubicBezTo>
                  <a:pt x="866589" y="0"/>
                  <a:pt x="917272" y="5772"/>
                  <a:pt x="963091" y="14770"/>
                </a:cubicBezTo>
                <a:cubicBezTo>
                  <a:pt x="1008909" y="23768"/>
                  <a:pt x="1049865" y="35991"/>
                  <a:pt x="1079167" y="48893"/>
                </a:cubicBezTo>
                <a:cubicBezTo>
                  <a:pt x="1107617" y="35545"/>
                  <a:pt x="1148593" y="23322"/>
                  <a:pt x="1194646" y="14436"/>
                </a:cubicBezTo>
                <a:cubicBezTo>
                  <a:pt x="1240699" y="5549"/>
                  <a:pt x="1291827" y="0"/>
                  <a:pt x="1340583" y="0"/>
                </a:cubicBezTo>
                <a:cubicBezTo>
                  <a:pt x="1448034" y="0"/>
                  <a:pt x="1552874" y="25401"/>
                  <a:pt x="1649693" y="72213"/>
                </a:cubicBezTo>
                <a:cubicBezTo>
                  <a:pt x="1746513" y="119025"/>
                  <a:pt x="1835310" y="187248"/>
                  <a:pt x="1910677" y="272891"/>
                </a:cubicBezTo>
                <a:cubicBezTo>
                  <a:pt x="1986043" y="358535"/>
                  <a:pt x="2047978" y="461600"/>
                  <a:pt x="2091072" y="578096"/>
                </a:cubicBezTo>
                <a:cubicBezTo>
                  <a:pt x="2134165" y="694592"/>
                  <a:pt x="2158417" y="824518"/>
                  <a:pt x="2158417" y="963886"/>
                </a:cubicBezTo>
                <a:cubicBezTo>
                  <a:pt x="2158417" y="1115873"/>
                  <a:pt x="2127372" y="1259243"/>
                  <a:pt x="2071704" y="1388805"/>
                </a:cubicBezTo>
                <a:cubicBezTo>
                  <a:pt x="2016036" y="1518366"/>
                  <a:pt x="1935744" y="1634120"/>
                  <a:pt x="1837251" y="1730875"/>
                </a:cubicBezTo>
                <a:cubicBezTo>
                  <a:pt x="1738759" y="1827631"/>
                  <a:pt x="1622064" y="1905388"/>
                  <a:pt x="1493585" y="1958956"/>
                </a:cubicBezTo>
                <a:cubicBezTo>
                  <a:pt x="1365105" y="2012524"/>
                  <a:pt x="1224841" y="2041903"/>
                  <a:pt x="1079208" y="2041903"/>
                </a:cubicBezTo>
                <a:cubicBezTo>
                  <a:pt x="933576" y="2041903"/>
                  <a:pt x="793312" y="2012524"/>
                  <a:pt x="664832" y="1958956"/>
                </a:cubicBezTo>
                <a:cubicBezTo>
                  <a:pt x="536353" y="1905388"/>
                  <a:pt x="419658" y="1827631"/>
                  <a:pt x="321166" y="1730875"/>
                </a:cubicBezTo>
                <a:cubicBezTo>
                  <a:pt x="222673" y="1634120"/>
                  <a:pt x="142381" y="1518366"/>
                  <a:pt x="86713" y="1388805"/>
                </a:cubicBezTo>
                <a:cubicBezTo>
                  <a:pt x="31045" y="1259243"/>
                  <a:pt x="0" y="1115873"/>
                  <a:pt x="0" y="963886"/>
                </a:cubicBezTo>
                <a:cubicBezTo>
                  <a:pt x="0" y="824518"/>
                  <a:pt x="24252" y="694592"/>
                  <a:pt x="67345" y="578096"/>
                </a:cubicBezTo>
                <a:cubicBezTo>
                  <a:pt x="110439" y="461600"/>
                  <a:pt x="172374" y="358535"/>
                  <a:pt x="247740" y="272891"/>
                </a:cubicBezTo>
                <a:cubicBezTo>
                  <a:pt x="323106" y="187248"/>
                  <a:pt x="411904" y="119025"/>
                  <a:pt x="508723" y="72213"/>
                </a:cubicBezTo>
                <a:cubicBezTo>
                  <a:pt x="605542" y="25401"/>
                  <a:pt x="710382" y="0"/>
                  <a:pt x="817834" y="0"/>
                </a:cubicBezTo>
                <a:close/>
              </a:path>
            </a:pathLst>
          </a:custGeom>
          <a:solidFill>
            <a:schemeClr val="tx1"/>
          </a:solidFill>
          <a:ln w="7639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29843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25" r:id="rId1"/>
    <p:sldLayoutId id="2147484226" r:id="rId2"/>
    <p:sldLayoutId id="2147484227" r:id="rId3"/>
    <p:sldLayoutId id="2147484228" r:id="rId4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2000" kern="1200" dirty="0">
          <a:solidFill>
            <a:srgbClr val="19A3FC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7013" indent="-227013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798513" indent="-28575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200150" indent="-22860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712913" indent="-28575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114550" indent="-22860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">
            <a:extLst>
              <a:ext uri="{FF2B5EF4-FFF2-40B4-BE49-F238E27FC236}">
                <a16:creationId xmlns:a16="http://schemas.microsoft.com/office/drawing/2014/main" id="{50A5D791-A482-EDEF-8A3C-D4FB9FECC66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400801"/>
            <a:ext cx="914400" cy="304799"/>
          </a:xfrm>
          <a:prstGeom prst="rect">
            <a:avLst/>
          </a:prstGeom>
          <a:ln w="3175">
            <a:noFill/>
          </a:ln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 noProof="0" dirty="0"/>
              <a:t>November 2025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CC985B73-0F18-F280-6DFA-98D9E7E3C5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286000"/>
            <a:ext cx="7315200" cy="2667000"/>
          </a:xfrm>
          <a:prstGeom prst="rect">
            <a:avLst/>
          </a:prstGeom>
        </p:spPr>
        <p:txBody>
          <a:bodyPr vert="horz" lIns="0" tIns="0" rIns="0" bIns="45720" rtlCol="0" anchor="t">
            <a:noAutofit/>
          </a:bodyPr>
          <a:lstStyle/>
          <a:p>
            <a:r>
              <a:rPr lang="en-US" noProof="0"/>
              <a:t>Click to edit title</a:t>
            </a:r>
          </a:p>
        </p:txBody>
      </p:sp>
      <p:sp>
        <p:nvSpPr>
          <p:cNvPr id="6" name="Legal">
            <a:extLst>
              <a:ext uri="{FF2B5EF4-FFF2-40B4-BE49-F238E27FC236}">
                <a16:creationId xmlns:a16="http://schemas.microsoft.com/office/drawing/2014/main" id="{755F9A41-F068-F62B-8D77-AD45E3E7D86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71599" y="6400801"/>
            <a:ext cx="4114801" cy="304799"/>
          </a:xfrm>
          <a:prstGeom prst="rect">
            <a:avLst/>
          </a:prstGeom>
          <a:ln w="3175">
            <a:noFill/>
          </a:ln>
        </p:spPr>
        <p:txBody>
          <a:bodyPr vert="horz" lIns="0" tIns="0" rIns="0" bIns="0" rtlCol="0" anchor="ctr"/>
          <a:lstStyle>
            <a:lvl1pPr algn="l">
              <a:defRPr sz="8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 noProof="0"/>
              <a:t>NTT DATA, Inc.</a:t>
            </a:r>
          </a:p>
        </p:txBody>
      </p:sp>
      <p:sp>
        <p:nvSpPr>
          <p:cNvPr id="3" name="Slide Number">
            <a:extLst>
              <a:ext uri="{FF2B5EF4-FFF2-40B4-BE49-F238E27FC236}">
                <a16:creationId xmlns:a16="http://schemas.microsoft.com/office/drawing/2014/main" id="{EDC08B3B-0173-8E52-C079-CC15406A82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562600" y="6400801"/>
            <a:ext cx="1066800" cy="304799"/>
          </a:xfrm>
          <a:prstGeom prst="rect">
            <a:avLst/>
          </a:prstGeom>
          <a:ln w="3175">
            <a:noFill/>
          </a:ln>
        </p:spPr>
        <p:txBody>
          <a:bodyPr anchor="ctr"/>
          <a:lstStyle>
            <a:lvl1pPr algn="ctr">
              <a:defRPr sz="800" b="0" i="0">
                <a:solidFill>
                  <a:srgbClr val="FFFFFF"/>
                </a:solidFill>
                <a:latin typeface="+mn-lt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fld id="{58D24BC2-2B9E-4076-8133-31C4983A0EB9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7" name="NTT DATA Global Logo">
            <a:extLst>
              <a:ext uri="{FF2B5EF4-FFF2-40B4-BE49-F238E27FC236}">
                <a16:creationId xmlns:a16="http://schemas.microsoft.com/office/drawing/2014/main" id="{61F51151-8636-CEBB-0FAC-0AB69057D5BD}"/>
              </a:ext>
            </a:extLst>
          </p:cNvPr>
          <p:cNvSpPr/>
          <p:nvPr userDrawn="1"/>
        </p:nvSpPr>
        <p:spPr bwMode="black">
          <a:xfrm>
            <a:off x="10588752" y="6428232"/>
            <a:ext cx="1211639" cy="246888"/>
          </a:xfrm>
          <a:custGeom>
            <a:avLst/>
            <a:gdLst>
              <a:gd name="connsiteX0" fmla="*/ 9329240 w 10020924"/>
              <a:gd name="connsiteY0" fmla="*/ 1080290 h 2041903"/>
              <a:gd name="connsiteX1" fmla="*/ 9251983 w 10020924"/>
              <a:gd name="connsiteY1" fmla="*/ 1187029 h 2041903"/>
              <a:gd name="connsiteX2" fmla="*/ 9329240 w 10020924"/>
              <a:gd name="connsiteY2" fmla="*/ 1296468 h 2041903"/>
              <a:gd name="connsiteX3" fmla="*/ 9782722 w 10020924"/>
              <a:gd name="connsiteY3" fmla="*/ 1296468 h 2041903"/>
              <a:gd name="connsiteX4" fmla="*/ 9782722 w 10020924"/>
              <a:gd name="connsiteY4" fmla="*/ 1080290 h 2041903"/>
              <a:gd name="connsiteX5" fmla="*/ 7331825 w 10020924"/>
              <a:gd name="connsiteY5" fmla="*/ 1080290 h 2041903"/>
              <a:gd name="connsiteX6" fmla="*/ 7254583 w 10020924"/>
              <a:gd name="connsiteY6" fmla="*/ 1187029 h 2041903"/>
              <a:gd name="connsiteX7" fmla="*/ 7331825 w 10020924"/>
              <a:gd name="connsiteY7" fmla="*/ 1296468 h 2041903"/>
              <a:gd name="connsiteX8" fmla="*/ 7785307 w 10020924"/>
              <a:gd name="connsiteY8" fmla="*/ 1296468 h 2041903"/>
              <a:gd name="connsiteX9" fmla="*/ 7785307 w 10020924"/>
              <a:gd name="connsiteY9" fmla="*/ 1080290 h 2041903"/>
              <a:gd name="connsiteX10" fmla="*/ 6171264 w 10020924"/>
              <a:gd name="connsiteY10" fmla="*/ 689323 h 2041903"/>
              <a:gd name="connsiteX11" fmla="*/ 6171264 w 10020924"/>
              <a:gd name="connsiteY11" fmla="*/ 1297318 h 2041903"/>
              <a:gd name="connsiteX12" fmla="*/ 6558679 w 10020924"/>
              <a:gd name="connsiteY12" fmla="*/ 1297318 h 2041903"/>
              <a:gd name="connsiteX13" fmla="*/ 6679368 w 10020924"/>
              <a:gd name="connsiteY13" fmla="*/ 1156413 h 2041903"/>
              <a:gd name="connsiteX14" fmla="*/ 6679368 w 10020924"/>
              <a:gd name="connsiteY14" fmla="*/ 830244 h 2041903"/>
              <a:gd name="connsiteX15" fmla="*/ 6558679 w 10020924"/>
              <a:gd name="connsiteY15" fmla="*/ 689323 h 2041903"/>
              <a:gd name="connsiteX16" fmla="*/ 9072763 w 10020924"/>
              <a:gd name="connsiteY16" fmla="*/ 463851 h 2041903"/>
              <a:gd name="connsiteX17" fmla="*/ 9678449 w 10020924"/>
              <a:gd name="connsiteY17" fmla="*/ 463851 h 2041903"/>
              <a:gd name="connsiteX18" fmla="*/ 10020924 w 10020924"/>
              <a:gd name="connsiteY18" fmla="*/ 826574 h 2041903"/>
              <a:gd name="connsiteX19" fmla="*/ 10020924 w 10020924"/>
              <a:gd name="connsiteY19" fmla="*/ 1522671 h 2041903"/>
              <a:gd name="connsiteX20" fmla="*/ 9304207 w 10020924"/>
              <a:gd name="connsiteY20" fmla="*/ 1522671 h 2041903"/>
              <a:gd name="connsiteX21" fmla="*/ 9015771 w 10020924"/>
              <a:gd name="connsiteY21" fmla="*/ 1219793 h 2041903"/>
              <a:gd name="connsiteX22" fmla="*/ 9015771 w 10020924"/>
              <a:gd name="connsiteY22" fmla="*/ 1169781 h 2041903"/>
              <a:gd name="connsiteX23" fmla="*/ 9294061 w 10020924"/>
              <a:gd name="connsiteY23" fmla="*/ 866738 h 2041903"/>
              <a:gd name="connsiteX24" fmla="*/ 9782829 w 10020924"/>
              <a:gd name="connsiteY24" fmla="*/ 866738 h 2041903"/>
              <a:gd name="connsiteX25" fmla="*/ 9782707 w 10020924"/>
              <a:gd name="connsiteY25" fmla="*/ 829349 h 2041903"/>
              <a:gd name="connsiteX26" fmla="*/ 9662481 w 10020924"/>
              <a:gd name="connsiteY26" fmla="*/ 688428 h 2041903"/>
              <a:gd name="connsiteX27" fmla="*/ 9072763 w 10020924"/>
              <a:gd name="connsiteY27" fmla="*/ 688428 h 2041903"/>
              <a:gd name="connsiteX28" fmla="*/ 8071817 w 10020924"/>
              <a:gd name="connsiteY28" fmla="*/ 463851 h 2041903"/>
              <a:gd name="connsiteX29" fmla="*/ 8991911 w 10020924"/>
              <a:gd name="connsiteY29" fmla="*/ 463851 h 2041903"/>
              <a:gd name="connsiteX30" fmla="*/ 8991911 w 10020924"/>
              <a:gd name="connsiteY30" fmla="*/ 686668 h 2041903"/>
              <a:gd name="connsiteX31" fmla="*/ 8652240 w 10020924"/>
              <a:gd name="connsiteY31" fmla="*/ 686668 h 2041903"/>
              <a:gd name="connsiteX32" fmla="*/ 8652240 w 10020924"/>
              <a:gd name="connsiteY32" fmla="*/ 1522955 h 2041903"/>
              <a:gd name="connsiteX33" fmla="*/ 8411534 w 10020924"/>
              <a:gd name="connsiteY33" fmla="*/ 1522955 h 2041903"/>
              <a:gd name="connsiteX34" fmla="*/ 8411534 w 10020924"/>
              <a:gd name="connsiteY34" fmla="*/ 686668 h 2041903"/>
              <a:gd name="connsiteX35" fmla="*/ 8071817 w 10020924"/>
              <a:gd name="connsiteY35" fmla="*/ 686668 h 2041903"/>
              <a:gd name="connsiteX36" fmla="*/ 7075333 w 10020924"/>
              <a:gd name="connsiteY36" fmla="*/ 463851 h 2041903"/>
              <a:gd name="connsiteX37" fmla="*/ 7681075 w 10020924"/>
              <a:gd name="connsiteY37" fmla="*/ 463851 h 2041903"/>
              <a:gd name="connsiteX38" fmla="*/ 8023417 w 10020924"/>
              <a:gd name="connsiteY38" fmla="*/ 826574 h 2041903"/>
              <a:gd name="connsiteX39" fmla="*/ 8023417 w 10020924"/>
              <a:gd name="connsiteY39" fmla="*/ 1522671 h 2041903"/>
              <a:gd name="connsiteX40" fmla="*/ 7306759 w 10020924"/>
              <a:gd name="connsiteY40" fmla="*/ 1522671 h 2041903"/>
              <a:gd name="connsiteX41" fmla="*/ 7018293 w 10020924"/>
              <a:gd name="connsiteY41" fmla="*/ 1219793 h 2041903"/>
              <a:gd name="connsiteX42" fmla="*/ 7018293 w 10020924"/>
              <a:gd name="connsiteY42" fmla="*/ 1169781 h 2041903"/>
              <a:gd name="connsiteX43" fmla="*/ 7296628 w 10020924"/>
              <a:gd name="connsiteY43" fmla="*/ 866738 h 2041903"/>
              <a:gd name="connsiteX44" fmla="*/ 7785307 w 10020924"/>
              <a:gd name="connsiteY44" fmla="*/ 866738 h 2041903"/>
              <a:gd name="connsiteX45" fmla="*/ 7785307 w 10020924"/>
              <a:gd name="connsiteY45" fmla="*/ 829349 h 2041903"/>
              <a:gd name="connsiteX46" fmla="*/ 7665080 w 10020924"/>
              <a:gd name="connsiteY46" fmla="*/ 688428 h 2041903"/>
              <a:gd name="connsiteX47" fmla="*/ 7075333 w 10020924"/>
              <a:gd name="connsiteY47" fmla="*/ 688428 h 2041903"/>
              <a:gd name="connsiteX48" fmla="*/ 5930572 w 10020924"/>
              <a:gd name="connsiteY48" fmla="*/ 463851 h 2041903"/>
              <a:gd name="connsiteX49" fmla="*/ 6574718 w 10020924"/>
              <a:gd name="connsiteY49" fmla="*/ 463851 h 2041903"/>
              <a:gd name="connsiteX50" fmla="*/ 6925013 w 10020924"/>
              <a:gd name="connsiteY50" fmla="*/ 834884 h 2041903"/>
              <a:gd name="connsiteX51" fmla="*/ 6925013 w 10020924"/>
              <a:gd name="connsiteY51" fmla="*/ 1151743 h 2041903"/>
              <a:gd name="connsiteX52" fmla="*/ 6585968 w 10020924"/>
              <a:gd name="connsiteY52" fmla="*/ 1522671 h 2041903"/>
              <a:gd name="connsiteX53" fmla="*/ 5930572 w 10020924"/>
              <a:gd name="connsiteY53" fmla="*/ 1522671 h 2041903"/>
              <a:gd name="connsiteX54" fmla="*/ 4717895 w 10020924"/>
              <a:gd name="connsiteY54" fmla="*/ 463851 h 2041903"/>
              <a:gd name="connsiteX55" fmla="*/ 5638093 w 10020924"/>
              <a:gd name="connsiteY55" fmla="*/ 463851 h 2041903"/>
              <a:gd name="connsiteX56" fmla="*/ 5638093 w 10020924"/>
              <a:gd name="connsiteY56" fmla="*/ 686668 h 2041903"/>
              <a:gd name="connsiteX57" fmla="*/ 5298318 w 10020924"/>
              <a:gd name="connsiteY57" fmla="*/ 686668 h 2041903"/>
              <a:gd name="connsiteX58" fmla="*/ 5298318 w 10020924"/>
              <a:gd name="connsiteY58" fmla="*/ 1522955 h 2041903"/>
              <a:gd name="connsiteX59" fmla="*/ 5057626 w 10020924"/>
              <a:gd name="connsiteY59" fmla="*/ 1522955 h 2041903"/>
              <a:gd name="connsiteX60" fmla="*/ 5057626 w 10020924"/>
              <a:gd name="connsiteY60" fmla="*/ 686668 h 2041903"/>
              <a:gd name="connsiteX61" fmla="*/ 4717895 w 10020924"/>
              <a:gd name="connsiteY61" fmla="*/ 686668 h 2041903"/>
              <a:gd name="connsiteX62" fmla="*/ 3721291 w 10020924"/>
              <a:gd name="connsiteY62" fmla="*/ 463851 h 2041903"/>
              <a:gd name="connsiteX63" fmla="*/ 4641430 w 10020924"/>
              <a:gd name="connsiteY63" fmla="*/ 463851 h 2041903"/>
              <a:gd name="connsiteX64" fmla="*/ 4641430 w 10020924"/>
              <a:gd name="connsiteY64" fmla="*/ 686668 h 2041903"/>
              <a:gd name="connsiteX65" fmla="*/ 4301654 w 10020924"/>
              <a:gd name="connsiteY65" fmla="*/ 686668 h 2041903"/>
              <a:gd name="connsiteX66" fmla="*/ 4301654 w 10020924"/>
              <a:gd name="connsiteY66" fmla="*/ 1522955 h 2041903"/>
              <a:gd name="connsiteX67" fmla="*/ 4061067 w 10020924"/>
              <a:gd name="connsiteY67" fmla="*/ 1522955 h 2041903"/>
              <a:gd name="connsiteX68" fmla="*/ 4061067 w 10020924"/>
              <a:gd name="connsiteY68" fmla="*/ 686668 h 2041903"/>
              <a:gd name="connsiteX69" fmla="*/ 3721291 w 10020924"/>
              <a:gd name="connsiteY69" fmla="*/ 686668 h 2041903"/>
              <a:gd name="connsiteX70" fmla="*/ 2809822 w 10020924"/>
              <a:gd name="connsiteY70" fmla="*/ 452019 h 2041903"/>
              <a:gd name="connsiteX71" fmla="*/ 3016077 w 10020924"/>
              <a:gd name="connsiteY71" fmla="*/ 572753 h 2041903"/>
              <a:gd name="connsiteX72" fmla="*/ 3381948 w 10020924"/>
              <a:gd name="connsiteY72" fmla="*/ 1270566 h 2041903"/>
              <a:gd name="connsiteX73" fmla="*/ 3400240 w 10020924"/>
              <a:gd name="connsiteY73" fmla="*/ 1281756 h 2041903"/>
              <a:gd name="connsiteX74" fmla="*/ 3406134 w 10020924"/>
              <a:gd name="connsiteY74" fmla="*/ 1255736 h 2041903"/>
              <a:gd name="connsiteX75" fmla="*/ 3402657 w 10020924"/>
              <a:gd name="connsiteY75" fmla="*/ 1123946 h 2041903"/>
              <a:gd name="connsiteX76" fmla="*/ 3402657 w 10020924"/>
              <a:gd name="connsiteY76" fmla="*/ 463522 h 2041903"/>
              <a:gd name="connsiteX77" fmla="*/ 3639813 w 10020924"/>
              <a:gd name="connsiteY77" fmla="*/ 463522 h 2041903"/>
              <a:gd name="connsiteX78" fmla="*/ 3639813 w 10020924"/>
              <a:gd name="connsiteY78" fmla="*/ 1255333 h 2041903"/>
              <a:gd name="connsiteX79" fmla="*/ 3425426 w 10020924"/>
              <a:gd name="connsiteY79" fmla="*/ 1534727 h 2041903"/>
              <a:gd name="connsiteX80" fmla="*/ 3219125 w 10020924"/>
              <a:gd name="connsiteY80" fmla="*/ 1413949 h 2041903"/>
              <a:gd name="connsiteX81" fmla="*/ 2853165 w 10020924"/>
              <a:gd name="connsiteY81" fmla="*/ 716135 h 2041903"/>
              <a:gd name="connsiteX82" fmla="*/ 2834887 w 10020924"/>
              <a:gd name="connsiteY82" fmla="*/ 704930 h 2041903"/>
              <a:gd name="connsiteX83" fmla="*/ 2829009 w 10020924"/>
              <a:gd name="connsiteY83" fmla="*/ 730980 h 2041903"/>
              <a:gd name="connsiteX84" fmla="*/ 2832590 w 10020924"/>
              <a:gd name="connsiteY84" fmla="*/ 862725 h 2041903"/>
              <a:gd name="connsiteX85" fmla="*/ 2832590 w 10020924"/>
              <a:gd name="connsiteY85" fmla="*/ 1523194 h 2041903"/>
              <a:gd name="connsiteX86" fmla="*/ 2595360 w 10020924"/>
              <a:gd name="connsiteY86" fmla="*/ 1523194 h 2041903"/>
              <a:gd name="connsiteX87" fmla="*/ 2595360 w 10020924"/>
              <a:gd name="connsiteY87" fmla="*/ 731368 h 2041903"/>
              <a:gd name="connsiteX88" fmla="*/ 2809822 w 10020924"/>
              <a:gd name="connsiteY88" fmla="*/ 452019 h 2041903"/>
              <a:gd name="connsiteX89" fmla="*/ 1079247 w 10020924"/>
              <a:gd name="connsiteY89" fmla="*/ 330967 h 2041903"/>
              <a:gd name="connsiteX90" fmla="*/ 952084 w 10020924"/>
              <a:gd name="connsiteY90" fmla="*/ 465588 h 2041903"/>
              <a:gd name="connsiteX91" fmla="*/ 887125 w 10020924"/>
              <a:gd name="connsiteY91" fmla="*/ 684091 h 2041903"/>
              <a:gd name="connsiteX92" fmla="*/ 940315 w 10020924"/>
              <a:gd name="connsiteY92" fmla="*/ 833769 h 2041903"/>
              <a:gd name="connsiteX93" fmla="*/ 1079206 w 10020924"/>
              <a:gd name="connsiteY93" fmla="*/ 894946 h 2041903"/>
              <a:gd name="connsiteX94" fmla="*/ 1218097 w 10020924"/>
              <a:gd name="connsiteY94" fmla="*/ 833769 h 2041903"/>
              <a:gd name="connsiteX95" fmla="*/ 1271286 w 10020924"/>
              <a:gd name="connsiteY95" fmla="*/ 684091 h 2041903"/>
              <a:gd name="connsiteX96" fmla="*/ 1206328 w 10020924"/>
              <a:gd name="connsiteY96" fmla="*/ 465588 h 2041903"/>
              <a:gd name="connsiteX97" fmla="*/ 1079247 w 10020924"/>
              <a:gd name="connsiteY97" fmla="*/ 330967 h 2041903"/>
              <a:gd name="connsiteX98" fmla="*/ 805966 w 10020924"/>
              <a:gd name="connsiteY98" fmla="*/ 263259 h 2041903"/>
              <a:gd name="connsiteX99" fmla="*/ 446364 w 10020924"/>
              <a:gd name="connsiteY99" fmla="*/ 449558 h 2041903"/>
              <a:gd name="connsiteX100" fmla="*/ 316290 w 10020924"/>
              <a:gd name="connsiteY100" fmla="*/ 671430 h 2041903"/>
              <a:gd name="connsiteX101" fmla="*/ 265280 w 10020924"/>
              <a:gd name="connsiteY101" fmla="*/ 958605 h 2041903"/>
              <a:gd name="connsiteX102" fmla="*/ 329833 w 10020924"/>
              <a:gd name="connsiteY102" fmla="*/ 1280240 h 2041903"/>
              <a:gd name="connsiteX103" fmla="*/ 505249 w 10020924"/>
              <a:gd name="connsiteY103" fmla="*/ 1539802 h 2041903"/>
              <a:gd name="connsiteX104" fmla="*/ 764163 w 10020924"/>
              <a:gd name="connsiteY104" fmla="*/ 1713204 h 2041903"/>
              <a:gd name="connsiteX105" fmla="*/ 1079208 w 10020924"/>
              <a:gd name="connsiteY105" fmla="*/ 1776358 h 2041903"/>
              <a:gd name="connsiteX106" fmla="*/ 1394254 w 10020924"/>
              <a:gd name="connsiteY106" fmla="*/ 1713204 h 2041903"/>
              <a:gd name="connsiteX107" fmla="*/ 1653167 w 10020924"/>
              <a:gd name="connsiteY107" fmla="*/ 1539802 h 2041903"/>
              <a:gd name="connsiteX108" fmla="*/ 1828584 w 10020924"/>
              <a:gd name="connsiteY108" fmla="*/ 1280240 h 2041903"/>
              <a:gd name="connsiteX109" fmla="*/ 1893137 w 10020924"/>
              <a:gd name="connsiteY109" fmla="*/ 958605 h 2041903"/>
              <a:gd name="connsiteX110" fmla="*/ 1843297 w 10020924"/>
              <a:gd name="connsiteY110" fmla="*/ 674433 h 2041903"/>
              <a:gd name="connsiteX111" fmla="*/ 1715171 w 10020924"/>
              <a:gd name="connsiteY111" fmla="*/ 452650 h 2041903"/>
              <a:gd name="connsiteX112" fmla="*/ 1352451 w 10020924"/>
              <a:gd name="connsiteY112" fmla="*/ 263259 h 2041903"/>
              <a:gd name="connsiteX113" fmla="*/ 1489332 w 10020924"/>
              <a:gd name="connsiteY113" fmla="*/ 469668 h 2041903"/>
              <a:gd name="connsiteX114" fmla="*/ 1533501 w 10020924"/>
              <a:gd name="connsiteY114" fmla="*/ 697463 h 2041903"/>
              <a:gd name="connsiteX115" fmla="*/ 1395669 w 10020924"/>
              <a:gd name="connsiteY115" fmla="*/ 1031243 h 2041903"/>
              <a:gd name="connsiteX116" fmla="*/ 1079208 w 10020924"/>
              <a:gd name="connsiteY116" fmla="*/ 1160853 h 2041903"/>
              <a:gd name="connsiteX117" fmla="*/ 762748 w 10020924"/>
              <a:gd name="connsiteY117" fmla="*/ 1031243 h 2041903"/>
              <a:gd name="connsiteX118" fmla="*/ 624916 w 10020924"/>
              <a:gd name="connsiteY118" fmla="*/ 697463 h 2041903"/>
              <a:gd name="connsiteX119" fmla="*/ 673201 w 10020924"/>
              <a:gd name="connsiteY119" fmla="*/ 463015 h 2041903"/>
              <a:gd name="connsiteX120" fmla="*/ 805966 w 10020924"/>
              <a:gd name="connsiteY120" fmla="*/ 263259 h 2041903"/>
              <a:gd name="connsiteX121" fmla="*/ 817834 w 10020924"/>
              <a:gd name="connsiteY121" fmla="*/ 0 h 2041903"/>
              <a:gd name="connsiteX122" fmla="*/ 963091 w 10020924"/>
              <a:gd name="connsiteY122" fmla="*/ 14770 h 2041903"/>
              <a:gd name="connsiteX123" fmla="*/ 1079167 w 10020924"/>
              <a:gd name="connsiteY123" fmla="*/ 48893 h 2041903"/>
              <a:gd name="connsiteX124" fmla="*/ 1194646 w 10020924"/>
              <a:gd name="connsiteY124" fmla="*/ 14436 h 2041903"/>
              <a:gd name="connsiteX125" fmla="*/ 1340583 w 10020924"/>
              <a:gd name="connsiteY125" fmla="*/ 0 h 2041903"/>
              <a:gd name="connsiteX126" fmla="*/ 1649693 w 10020924"/>
              <a:gd name="connsiteY126" fmla="*/ 72213 h 2041903"/>
              <a:gd name="connsiteX127" fmla="*/ 1910677 w 10020924"/>
              <a:gd name="connsiteY127" fmla="*/ 272891 h 2041903"/>
              <a:gd name="connsiteX128" fmla="*/ 2091072 w 10020924"/>
              <a:gd name="connsiteY128" fmla="*/ 578096 h 2041903"/>
              <a:gd name="connsiteX129" fmla="*/ 2158417 w 10020924"/>
              <a:gd name="connsiteY129" fmla="*/ 963886 h 2041903"/>
              <a:gd name="connsiteX130" fmla="*/ 2071704 w 10020924"/>
              <a:gd name="connsiteY130" fmla="*/ 1388805 h 2041903"/>
              <a:gd name="connsiteX131" fmla="*/ 1837251 w 10020924"/>
              <a:gd name="connsiteY131" fmla="*/ 1730875 h 2041903"/>
              <a:gd name="connsiteX132" fmla="*/ 1493585 w 10020924"/>
              <a:gd name="connsiteY132" fmla="*/ 1958956 h 2041903"/>
              <a:gd name="connsiteX133" fmla="*/ 1079208 w 10020924"/>
              <a:gd name="connsiteY133" fmla="*/ 2041903 h 2041903"/>
              <a:gd name="connsiteX134" fmla="*/ 664832 w 10020924"/>
              <a:gd name="connsiteY134" fmla="*/ 1958956 h 2041903"/>
              <a:gd name="connsiteX135" fmla="*/ 321166 w 10020924"/>
              <a:gd name="connsiteY135" fmla="*/ 1730875 h 2041903"/>
              <a:gd name="connsiteX136" fmla="*/ 86713 w 10020924"/>
              <a:gd name="connsiteY136" fmla="*/ 1388805 h 2041903"/>
              <a:gd name="connsiteX137" fmla="*/ 0 w 10020924"/>
              <a:gd name="connsiteY137" fmla="*/ 963886 h 2041903"/>
              <a:gd name="connsiteX138" fmla="*/ 67345 w 10020924"/>
              <a:gd name="connsiteY138" fmla="*/ 578096 h 2041903"/>
              <a:gd name="connsiteX139" fmla="*/ 247740 w 10020924"/>
              <a:gd name="connsiteY139" fmla="*/ 272891 h 2041903"/>
              <a:gd name="connsiteX140" fmla="*/ 508723 w 10020924"/>
              <a:gd name="connsiteY140" fmla="*/ 72213 h 2041903"/>
              <a:gd name="connsiteX141" fmla="*/ 817834 w 10020924"/>
              <a:gd name="connsiteY141" fmla="*/ 0 h 20419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</a:cxnLst>
            <a:rect l="l" t="t" r="r" b="b"/>
            <a:pathLst>
              <a:path w="10020924" h="2041903">
                <a:moveTo>
                  <a:pt x="9329240" y="1080290"/>
                </a:moveTo>
                <a:cubicBezTo>
                  <a:pt x="9292358" y="1080290"/>
                  <a:pt x="9251983" y="1096116"/>
                  <a:pt x="9251983" y="1187029"/>
                </a:cubicBezTo>
                <a:cubicBezTo>
                  <a:pt x="9251983" y="1277880"/>
                  <a:pt x="9292801" y="1296468"/>
                  <a:pt x="9329240" y="1296468"/>
                </a:cubicBezTo>
                <a:lnTo>
                  <a:pt x="9782722" y="1296468"/>
                </a:lnTo>
                <a:lnTo>
                  <a:pt x="9782722" y="1080290"/>
                </a:lnTo>
                <a:close/>
                <a:moveTo>
                  <a:pt x="7331825" y="1080290"/>
                </a:moveTo>
                <a:cubicBezTo>
                  <a:pt x="7294927" y="1080290"/>
                  <a:pt x="7254583" y="1096116"/>
                  <a:pt x="7254583" y="1187029"/>
                </a:cubicBezTo>
                <a:cubicBezTo>
                  <a:pt x="7254583" y="1277880"/>
                  <a:pt x="7295379" y="1296468"/>
                  <a:pt x="7331825" y="1296468"/>
                </a:cubicBezTo>
                <a:lnTo>
                  <a:pt x="7785307" y="1296468"/>
                </a:lnTo>
                <a:lnTo>
                  <a:pt x="7785307" y="1080290"/>
                </a:lnTo>
                <a:close/>
                <a:moveTo>
                  <a:pt x="6171264" y="689323"/>
                </a:moveTo>
                <a:lnTo>
                  <a:pt x="6171264" y="1297318"/>
                </a:lnTo>
                <a:lnTo>
                  <a:pt x="6558679" y="1297318"/>
                </a:lnTo>
                <a:cubicBezTo>
                  <a:pt x="6645146" y="1297318"/>
                  <a:pt x="6679368" y="1257837"/>
                  <a:pt x="6679368" y="1156413"/>
                </a:cubicBezTo>
                <a:lnTo>
                  <a:pt x="6679368" y="830244"/>
                </a:lnTo>
                <a:cubicBezTo>
                  <a:pt x="6679368" y="728827"/>
                  <a:pt x="6645146" y="689323"/>
                  <a:pt x="6558679" y="689323"/>
                </a:cubicBezTo>
                <a:close/>
                <a:moveTo>
                  <a:pt x="9072763" y="463851"/>
                </a:moveTo>
                <a:lnTo>
                  <a:pt x="9678449" y="463851"/>
                </a:lnTo>
                <a:cubicBezTo>
                  <a:pt x="9932730" y="463851"/>
                  <a:pt x="10020924" y="559816"/>
                  <a:pt x="10020924" y="826574"/>
                </a:cubicBezTo>
                <a:lnTo>
                  <a:pt x="10020924" y="1522671"/>
                </a:lnTo>
                <a:lnTo>
                  <a:pt x="9304207" y="1522671"/>
                </a:lnTo>
                <a:cubicBezTo>
                  <a:pt x="9111641" y="1522671"/>
                  <a:pt x="9015771" y="1435849"/>
                  <a:pt x="9015771" y="1219793"/>
                </a:cubicBezTo>
                <a:lnTo>
                  <a:pt x="9015771" y="1169781"/>
                </a:lnTo>
                <a:cubicBezTo>
                  <a:pt x="9015771" y="959714"/>
                  <a:pt x="9108248" y="866738"/>
                  <a:pt x="9294061" y="866738"/>
                </a:cubicBezTo>
                <a:lnTo>
                  <a:pt x="9782829" y="866738"/>
                </a:lnTo>
                <a:cubicBezTo>
                  <a:pt x="9782829" y="858122"/>
                  <a:pt x="9782707" y="829861"/>
                  <a:pt x="9782707" y="829349"/>
                </a:cubicBezTo>
                <a:cubicBezTo>
                  <a:pt x="9782707" y="727955"/>
                  <a:pt x="9749047" y="688428"/>
                  <a:pt x="9662481" y="688428"/>
                </a:cubicBezTo>
                <a:lnTo>
                  <a:pt x="9072763" y="688428"/>
                </a:lnTo>
                <a:close/>
                <a:moveTo>
                  <a:pt x="8071817" y="463851"/>
                </a:moveTo>
                <a:lnTo>
                  <a:pt x="8991911" y="463851"/>
                </a:lnTo>
                <a:lnTo>
                  <a:pt x="8991911" y="686668"/>
                </a:lnTo>
                <a:lnTo>
                  <a:pt x="8652240" y="686668"/>
                </a:lnTo>
                <a:lnTo>
                  <a:pt x="8652240" y="1522955"/>
                </a:lnTo>
                <a:lnTo>
                  <a:pt x="8411534" y="1522955"/>
                </a:lnTo>
                <a:lnTo>
                  <a:pt x="8411534" y="686668"/>
                </a:lnTo>
                <a:lnTo>
                  <a:pt x="8071817" y="686668"/>
                </a:lnTo>
                <a:close/>
                <a:moveTo>
                  <a:pt x="7075333" y="463851"/>
                </a:moveTo>
                <a:lnTo>
                  <a:pt x="7681075" y="463851"/>
                </a:lnTo>
                <a:cubicBezTo>
                  <a:pt x="7935303" y="463851"/>
                  <a:pt x="8023424" y="559816"/>
                  <a:pt x="8023417" y="826574"/>
                </a:cubicBezTo>
                <a:lnTo>
                  <a:pt x="8023417" y="1522671"/>
                </a:lnTo>
                <a:lnTo>
                  <a:pt x="7306759" y="1522671"/>
                </a:lnTo>
                <a:cubicBezTo>
                  <a:pt x="7114170" y="1522671"/>
                  <a:pt x="7018293" y="1435849"/>
                  <a:pt x="7018293" y="1219793"/>
                </a:cubicBezTo>
                <a:lnTo>
                  <a:pt x="7018293" y="1169781"/>
                </a:lnTo>
                <a:cubicBezTo>
                  <a:pt x="7018293" y="959714"/>
                  <a:pt x="7110792" y="866738"/>
                  <a:pt x="7296628" y="866738"/>
                </a:cubicBezTo>
                <a:lnTo>
                  <a:pt x="7785307" y="866738"/>
                </a:lnTo>
                <a:lnTo>
                  <a:pt x="7785307" y="829349"/>
                </a:lnTo>
                <a:cubicBezTo>
                  <a:pt x="7785307" y="727955"/>
                  <a:pt x="7751547" y="688428"/>
                  <a:pt x="7665080" y="688428"/>
                </a:cubicBezTo>
                <a:lnTo>
                  <a:pt x="7075333" y="688428"/>
                </a:lnTo>
                <a:close/>
                <a:moveTo>
                  <a:pt x="5930572" y="463851"/>
                </a:moveTo>
                <a:lnTo>
                  <a:pt x="6574718" y="463851"/>
                </a:lnTo>
                <a:cubicBezTo>
                  <a:pt x="6817412" y="463851"/>
                  <a:pt x="6925013" y="557409"/>
                  <a:pt x="6925013" y="834884"/>
                </a:cubicBezTo>
                <a:lnTo>
                  <a:pt x="6925013" y="1151743"/>
                </a:lnTo>
                <a:cubicBezTo>
                  <a:pt x="6925013" y="1394650"/>
                  <a:pt x="6843589" y="1522671"/>
                  <a:pt x="6585968" y="1522671"/>
                </a:cubicBezTo>
                <a:lnTo>
                  <a:pt x="5930572" y="1522671"/>
                </a:lnTo>
                <a:close/>
                <a:moveTo>
                  <a:pt x="4717895" y="463851"/>
                </a:moveTo>
                <a:lnTo>
                  <a:pt x="5638093" y="463851"/>
                </a:lnTo>
                <a:lnTo>
                  <a:pt x="5638093" y="686668"/>
                </a:lnTo>
                <a:lnTo>
                  <a:pt x="5298318" y="686668"/>
                </a:lnTo>
                <a:lnTo>
                  <a:pt x="5298318" y="1522955"/>
                </a:lnTo>
                <a:lnTo>
                  <a:pt x="5057626" y="1522955"/>
                </a:lnTo>
                <a:lnTo>
                  <a:pt x="5057626" y="686668"/>
                </a:lnTo>
                <a:lnTo>
                  <a:pt x="4717895" y="686668"/>
                </a:lnTo>
                <a:close/>
                <a:moveTo>
                  <a:pt x="3721291" y="463851"/>
                </a:moveTo>
                <a:lnTo>
                  <a:pt x="4641430" y="463851"/>
                </a:lnTo>
                <a:lnTo>
                  <a:pt x="4641430" y="686668"/>
                </a:lnTo>
                <a:lnTo>
                  <a:pt x="4301654" y="686668"/>
                </a:lnTo>
                <a:lnTo>
                  <a:pt x="4301654" y="1522955"/>
                </a:lnTo>
                <a:lnTo>
                  <a:pt x="4061067" y="1522955"/>
                </a:lnTo>
                <a:lnTo>
                  <a:pt x="4061067" y="686668"/>
                </a:lnTo>
                <a:lnTo>
                  <a:pt x="3721291" y="686668"/>
                </a:lnTo>
                <a:close/>
                <a:moveTo>
                  <a:pt x="2809822" y="452019"/>
                </a:moveTo>
                <a:cubicBezTo>
                  <a:pt x="2915562" y="452019"/>
                  <a:pt x="2970732" y="501487"/>
                  <a:pt x="3016077" y="572753"/>
                </a:cubicBezTo>
                <a:cubicBezTo>
                  <a:pt x="3055320" y="634446"/>
                  <a:pt x="3376830" y="1260842"/>
                  <a:pt x="3381948" y="1270566"/>
                </a:cubicBezTo>
                <a:cubicBezTo>
                  <a:pt x="3386677" y="1279328"/>
                  <a:pt x="3393442" y="1285729"/>
                  <a:pt x="3400240" y="1281756"/>
                </a:cubicBezTo>
                <a:cubicBezTo>
                  <a:pt x="3406237" y="1278349"/>
                  <a:pt x="3406646" y="1267378"/>
                  <a:pt x="3406134" y="1255736"/>
                </a:cubicBezTo>
                <a:cubicBezTo>
                  <a:pt x="3405492" y="1241619"/>
                  <a:pt x="3402657" y="1171378"/>
                  <a:pt x="3402657" y="1123946"/>
                </a:cubicBezTo>
                <a:lnTo>
                  <a:pt x="3402657" y="463522"/>
                </a:lnTo>
                <a:lnTo>
                  <a:pt x="3639813" y="463522"/>
                </a:lnTo>
                <a:lnTo>
                  <a:pt x="3639813" y="1255333"/>
                </a:lnTo>
                <a:cubicBezTo>
                  <a:pt x="3639813" y="1491113"/>
                  <a:pt x="3523557" y="1534727"/>
                  <a:pt x="3425426" y="1534727"/>
                </a:cubicBezTo>
                <a:cubicBezTo>
                  <a:pt x="3319670" y="1534727"/>
                  <a:pt x="3264509" y="1485221"/>
                  <a:pt x="3219125" y="1413949"/>
                </a:cubicBezTo>
                <a:cubicBezTo>
                  <a:pt x="3155813" y="1314503"/>
                  <a:pt x="2857763" y="724966"/>
                  <a:pt x="2853165" y="716135"/>
                </a:cubicBezTo>
                <a:cubicBezTo>
                  <a:pt x="2848558" y="707335"/>
                  <a:pt x="2841793" y="701034"/>
                  <a:pt x="2834887" y="704930"/>
                </a:cubicBezTo>
                <a:cubicBezTo>
                  <a:pt x="2829005" y="708344"/>
                  <a:pt x="2828497" y="719338"/>
                  <a:pt x="2829009" y="730980"/>
                </a:cubicBezTo>
                <a:cubicBezTo>
                  <a:pt x="2829628" y="745090"/>
                  <a:pt x="2832590" y="815378"/>
                  <a:pt x="2832590" y="862725"/>
                </a:cubicBezTo>
                <a:lnTo>
                  <a:pt x="2832590" y="1523194"/>
                </a:lnTo>
                <a:lnTo>
                  <a:pt x="2595360" y="1523194"/>
                </a:lnTo>
                <a:lnTo>
                  <a:pt x="2595360" y="731368"/>
                </a:lnTo>
                <a:cubicBezTo>
                  <a:pt x="2595360" y="495611"/>
                  <a:pt x="2711606" y="452019"/>
                  <a:pt x="2809822" y="452019"/>
                </a:cubicBezTo>
                <a:close/>
                <a:moveTo>
                  <a:pt x="1079247" y="330967"/>
                </a:moveTo>
                <a:cubicBezTo>
                  <a:pt x="1039101" y="354484"/>
                  <a:pt x="989740" y="403598"/>
                  <a:pt x="952084" y="465588"/>
                </a:cubicBezTo>
                <a:cubicBezTo>
                  <a:pt x="914427" y="527577"/>
                  <a:pt x="887125" y="603548"/>
                  <a:pt x="887125" y="684091"/>
                </a:cubicBezTo>
                <a:cubicBezTo>
                  <a:pt x="887125" y="743091"/>
                  <a:pt x="906578" y="795805"/>
                  <a:pt x="940315" y="833769"/>
                </a:cubicBezTo>
                <a:cubicBezTo>
                  <a:pt x="974052" y="871732"/>
                  <a:pt x="1022072" y="894946"/>
                  <a:pt x="1079206" y="894946"/>
                </a:cubicBezTo>
                <a:cubicBezTo>
                  <a:pt x="1136340" y="894946"/>
                  <a:pt x="1184360" y="871732"/>
                  <a:pt x="1218097" y="833769"/>
                </a:cubicBezTo>
                <a:cubicBezTo>
                  <a:pt x="1251833" y="795805"/>
                  <a:pt x="1271286" y="743091"/>
                  <a:pt x="1271286" y="684091"/>
                </a:cubicBezTo>
                <a:cubicBezTo>
                  <a:pt x="1271286" y="603548"/>
                  <a:pt x="1243984" y="527577"/>
                  <a:pt x="1206328" y="465588"/>
                </a:cubicBezTo>
                <a:cubicBezTo>
                  <a:pt x="1168672" y="403598"/>
                  <a:pt x="1110735" y="347874"/>
                  <a:pt x="1079247" y="330967"/>
                </a:cubicBezTo>
                <a:close/>
                <a:moveTo>
                  <a:pt x="805966" y="263259"/>
                </a:moveTo>
                <a:cubicBezTo>
                  <a:pt x="686954" y="257894"/>
                  <a:pt x="551782" y="326830"/>
                  <a:pt x="446364" y="449558"/>
                </a:cubicBezTo>
                <a:cubicBezTo>
                  <a:pt x="393654" y="510922"/>
                  <a:pt x="348383" y="585734"/>
                  <a:pt x="316290" y="671430"/>
                </a:cubicBezTo>
                <a:cubicBezTo>
                  <a:pt x="284196" y="757125"/>
                  <a:pt x="265280" y="853705"/>
                  <a:pt x="265280" y="958605"/>
                </a:cubicBezTo>
                <a:cubicBezTo>
                  <a:pt x="265280" y="1073486"/>
                  <a:pt x="288318" y="1182036"/>
                  <a:pt x="329833" y="1280240"/>
                </a:cubicBezTo>
                <a:cubicBezTo>
                  <a:pt x="371348" y="1378444"/>
                  <a:pt x="431341" y="1466303"/>
                  <a:pt x="505249" y="1539802"/>
                </a:cubicBezTo>
                <a:cubicBezTo>
                  <a:pt x="579158" y="1613301"/>
                  <a:pt x="666983" y="1672440"/>
                  <a:pt x="764163" y="1713204"/>
                </a:cubicBezTo>
                <a:cubicBezTo>
                  <a:pt x="861343" y="1753969"/>
                  <a:pt x="967878" y="1776358"/>
                  <a:pt x="1079208" y="1776358"/>
                </a:cubicBezTo>
                <a:cubicBezTo>
                  <a:pt x="1190538" y="1776358"/>
                  <a:pt x="1297074" y="1753969"/>
                  <a:pt x="1394254" y="1713204"/>
                </a:cubicBezTo>
                <a:cubicBezTo>
                  <a:pt x="1491434" y="1672440"/>
                  <a:pt x="1579259" y="1613301"/>
                  <a:pt x="1653167" y="1539802"/>
                </a:cubicBezTo>
                <a:cubicBezTo>
                  <a:pt x="1727076" y="1466303"/>
                  <a:pt x="1787068" y="1378444"/>
                  <a:pt x="1828584" y="1280240"/>
                </a:cubicBezTo>
                <a:cubicBezTo>
                  <a:pt x="1870099" y="1182036"/>
                  <a:pt x="1893137" y="1073486"/>
                  <a:pt x="1893137" y="958605"/>
                </a:cubicBezTo>
                <a:cubicBezTo>
                  <a:pt x="1893137" y="855344"/>
                  <a:pt x="1874740" y="759689"/>
                  <a:pt x="1843297" y="674433"/>
                </a:cubicBezTo>
                <a:cubicBezTo>
                  <a:pt x="1811852" y="589176"/>
                  <a:pt x="1767361" y="514318"/>
                  <a:pt x="1715171" y="452650"/>
                </a:cubicBezTo>
                <a:cubicBezTo>
                  <a:pt x="1610792" y="329313"/>
                  <a:pt x="1475621" y="258738"/>
                  <a:pt x="1352451" y="263259"/>
                </a:cubicBezTo>
                <a:cubicBezTo>
                  <a:pt x="1412945" y="322179"/>
                  <a:pt x="1458865" y="394141"/>
                  <a:pt x="1489332" y="469668"/>
                </a:cubicBezTo>
                <a:cubicBezTo>
                  <a:pt x="1519800" y="545194"/>
                  <a:pt x="1534815" y="624285"/>
                  <a:pt x="1533501" y="697463"/>
                </a:cubicBezTo>
                <a:cubicBezTo>
                  <a:pt x="1533501" y="833577"/>
                  <a:pt x="1479467" y="949424"/>
                  <a:pt x="1395669" y="1031243"/>
                </a:cubicBezTo>
                <a:cubicBezTo>
                  <a:pt x="1311871" y="1113062"/>
                  <a:pt x="1198308" y="1160853"/>
                  <a:pt x="1079208" y="1160853"/>
                </a:cubicBezTo>
                <a:cubicBezTo>
                  <a:pt x="960109" y="1160853"/>
                  <a:pt x="846546" y="1113062"/>
                  <a:pt x="762748" y="1031243"/>
                </a:cubicBezTo>
                <a:cubicBezTo>
                  <a:pt x="678950" y="949424"/>
                  <a:pt x="624916" y="833577"/>
                  <a:pt x="624916" y="697463"/>
                </a:cubicBezTo>
                <a:cubicBezTo>
                  <a:pt x="624916" y="618236"/>
                  <a:pt x="642018" y="537734"/>
                  <a:pt x="673201" y="463015"/>
                </a:cubicBezTo>
                <a:cubicBezTo>
                  <a:pt x="704383" y="388296"/>
                  <a:pt x="749646" y="319359"/>
                  <a:pt x="805966" y="263259"/>
                </a:cubicBezTo>
                <a:close/>
                <a:moveTo>
                  <a:pt x="817834" y="0"/>
                </a:moveTo>
                <a:cubicBezTo>
                  <a:pt x="866589" y="0"/>
                  <a:pt x="917272" y="5772"/>
                  <a:pt x="963091" y="14770"/>
                </a:cubicBezTo>
                <a:cubicBezTo>
                  <a:pt x="1008909" y="23768"/>
                  <a:pt x="1049865" y="35991"/>
                  <a:pt x="1079167" y="48893"/>
                </a:cubicBezTo>
                <a:cubicBezTo>
                  <a:pt x="1107617" y="35545"/>
                  <a:pt x="1148593" y="23322"/>
                  <a:pt x="1194646" y="14436"/>
                </a:cubicBezTo>
                <a:cubicBezTo>
                  <a:pt x="1240699" y="5549"/>
                  <a:pt x="1291827" y="0"/>
                  <a:pt x="1340583" y="0"/>
                </a:cubicBezTo>
                <a:cubicBezTo>
                  <a:pt x="1448034" y="0"/>
                  <a:pt x="1552874" y="25401"/>
                  <a:pt x="1649693" y="72213"/>
                </a:cubicBezTo>
                <a:cubicBezTo>
                  <a:pt x="1746513" y="119025"/>
                  <a:pt x="1835310" y="187248"/>
                  <a:pt x="1910677" y="272891"/>
                </a:cubicBezTo>
                <a:cubicBezTo>
                  <a:pt x="1986043" y="358535"/>
                  <a:pt x="2047978" y="461600"/>
                  <a:pt x="2091072" y="578096"/>
                </a:cubicBezTo>
                <a:cubicBezTo>
                  <a:pt x="2134165" y="694592"/>
                  <a:pt x="2158417" y="824518"/>
                  <a:pt x="2158417" y="963886"/>
                </a:cubicBezTo>
                <a:cubicBezTo>
                  <a:pt x="2158417" y="1115873"/>
                  <a:pt x="2127372" y="1259243"/>
                  <a:pt x="2071704" y="1388805"/>
                </a:cubicBezTo>
                <a:cubicBezTo>
                  <a:pt x="2016036" y="1518366"/>
                  <a:pt x="1935744" y="1634120"/>
                  <a:pt x="1837251" y="1730875"/>
                </a:cubicBezTo>
                <a:cubicBezTo>
                  <a:pt x="1738759" y="1827631"/>
                  <a:pt x="1622064" y="1905388"/>
                  <a:pt x="1493585" y="1958956"/>
                </a:cubicBezTo>
                <a:cubicBezTo>
                  <a:pt x="1365105" y="2012524"/>
                  <a:pt x="1224841" y="2041903"/>
                  <a:pt x="1079208" y="2041903"/>
                </a:cubicBezTo>
                <a:cubicBezTo>
                  <a:pt x="933576" y="2041903"/>
                  <a:pt x="793312" y="2012524"/>
                  <a:pt x="664832" y="1958956"/>
                </a:cubicBezTo>
                <a:cubicBezTo>
                  <a:pt x="536353" y="1905388"/>
                  <a:pt x="419658" y="1827631"/>
                  <a:pt x="321166" y="1730875"/>
                </a:cubicBezTo>
                <a:cubicBezTo>
                  <a:pt x="222673" y="1634120"/>
                  <a:pt x="142381" y="1518366"/>
                  <a:pt x="86713" y="1388805"/>
                </a:cubicBezTo>
                <a:cubicBezTo>
                  <a:pt x="31045" y="1259243"/>
                  <a:pt x="0" y="1115873"/>
                  <a:pt x="0" y="963886"/>
                </a:cubicBezTo>
                <a:cubicBezTo>
                  <a:pt x="0" y="824518"/>
                  <a:pt x="24252" y="694592"/>
                  <a:pt x="67345" y="578096"/>
                </a:cubicBezTo>
                <a:cubicBezTo>
                  <a:pt x="110439" y="461600"/>
                  <a:pt x="172374" y="358535"/>
                  <a:pt x="247740" y="272891"/>
                </a:cubicBezTo>
                <a:cubicBezTo>
                  <a:pt x="323106" y="187248"/>
                  <a:pt x="411904" y="119025"/>
                  <a:pt x="508723" y="72213"/>
                </a:cubicBezTo>
                <a:cubicBezTo>
                  <a:pt x="605542" y="25401"/>
                  <a:pt x="710382" y="0"/>
                  <a:pt x="817834" y="0"/>
                </a:cubicBezTo>
                <a:close/>
              </a:path>
            </a:pathLst>
          </a:custGeom>
          <a:solidFill>
            <a:schemeClr val="tx1"/>
          </a:solidFill>
          <a:ln w="7639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54990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72" r:id="rId1"/>
    <p:sldLayoutId id="2147484173" r:id="rId2"/>
    <p:sldLayoutId id="2147484174" r:id="rId3"/>
  </p:sldLayoutIdLst>
  <p:hf hd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lang="en-US" sz="4800" b="0" i="0" kern="1200" dirty="0">
          <a:solidFill>
            <a:srgbClr val="FFFFFF"/>
          </a:solidFill>
          <a:latin typeface="Georgia" panose="02040502050405020303" pitchFamily="18" charset="0"/>
          <a:ea typeface="+mj-ea"/>
          <a:cs typeface="Times New Roman" panose="02020603050405020304" pitchFamily="18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lang="en-US" sz="2000" b="0" i="0" kern="1200" dirty="0" smtClean="0">
          <a:solidFill>
            <a:srgbClr val="F8F8F8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">
            <a:extLst>
              <a:ext uri="{FF2B5EF4-FFF2-40B4-BE49-F238E27FC236}">
                <a16:creationId xmlns:a16="http://schemas.microsoft.com/office/drawing/2014/main" id="{A0A625B7-9DEA-C2F4-8B8D-108176C109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400800"/>
            <a:ext cx="914400" cy="3048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 noProof="0" dirty="0"/>
              <a:t>November 2025</a:t>
            </a:r>
          </a:p>
        </p:txBody>
      </p:sp>
      <p:sp>
        <p:nvSpPr>
          <p:cNvPr id="8" name="Legal">
            <a:extLst>
              <a:ext uri="{FF2B5EF4-FFF2-40B4-BE49-F238E27FC236}">
                <a16:creationId xmlns:a16="http://schemas.microsoft.com/office/drawing/2014/main" id="{1801358D-6256-A5EC-0C43-E4F553ECF8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71599" y="6400800"/>
            <a:ext cx="4114801" cy="3048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 noProof="0"/>
              <a:t>NTT DATA, Inc.</a:t>
            </a:r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6CCEEA4F-B2F9-F5FD-831B-C14426169E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562600" y="6400800"/>
            <a:ext cx="1066800" cy="304800"/>
          </a:xfrm>
          <a:prstGeom prst="rect">
            <a:avLst/>
          </a:prstGeom>
        </p:spPr>
        <p:txBody>
          <a:bodyPr anchor="ctr"/>
          <a:lstStyle>
            <a:lvl1pPr>
              <a:defRPr lang="en-US" sz="800" b="0" i="0" smtClean="0">
                <a:solidFill>
                  <a:schemeClr val="tx1"/>
                </a:solidFill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algn="ctr"/>
            <a:fld id="{83ADEA99-682E-4231-A4C9-95AE759D37D5}" type="slidenum">
              <a:rPr lang="en-US" noProof="0" smtClean="0"/>
              <a:pPr algn="ctr"/>
              <a:t>‹#›</a:t>
            </a:fld>
            <a:endParaRPr lang="en-US" noProof="0"/>
          </a:p>
        </p:txBody>
      </p:sp>
      <p:sp>
        <p:nvSpPr>
          <p:cNvPr id="2" name="NTT DATA Global Logo">
            <a:extLst>
              <a:ext uri="{FF2B5EF4-FFF2-40B4-BE49-F238E27FC236}">
                <a16:creationId xmlns:a16="http://schemas.microsoft.com/office/drawing/2014/main" id="{3670AC95-C36A-F554-275E-8EA8BC640A1F}"/>
              </a:ext>
            </a:extLst>
          </p:cNvPr>
          <p:cNvSpPr/>
          <p:nvPr userDrawn="1"/>
        </p:nvSpPr>
        <p:spPr bwMode="black">
          <a:xfrm>
            <a:off x="10588752" y="6428232"/>
            <a:ext cx="1211639" cy="246888"/>
          </a:xfrm>
          <a:custGeom>
            <a:avLst/>
            <a:gdLst>
              <a:gd name="connsiteX0" fmla="*/ 9329240 w 10020924"/>
              <a:gd name="connsiteY0" fmla="*/ 1080290 h 2041903"/>
              <a:gd name="connsiteX1" fmla="*/ 9251983 w 10020924"/>
              <a:gd name="connsiteY1" fmla="*/ 1187029 h 2041903"/>
              <a:gd name="connsiteX2" fmla="*/ 9329240 w 10020924"/>
              <a:gd name="connsiteY2" fmla="*/ 1296468 h 2041903"/>
              <a:gd name="connsiteX3" fmla="*/ 9782722 w 10020924"/>
              <a:gd name="connsiteY3" fmla="*/ 1296468 h 2041903"/>
              <a:gd name="connsiteX4" fmla="*/ 9782722 w 10020924"/>
              <a:gd name="connsiteY4" fmla="*/ 1080290 h 2041903"/>
              <a:gd name="connsiteX5" fmla="*/ 7331825 w 10020924"/>
              <a:gd name="connsiteY5" fmla="*/ 1080290 h 2041903"/>
              <a:gd name="connsiteX6" fmla="*/ 7254583 w 10020924"/>
              <a:gd name="connsiteY6" fmla="*/ 1187029 h 2041903"/>
              <a:gd name="connsiteX7" fmla="*/ 7331825 w 10020924"/>
              <a:gd name="connsiteY7" fmla="*/ 1296468 h 2041903"/>
              <a:gd name="connsiteX8" fmla="*/ 7785307 w 10020924"/>
              <a:gd name="connsiteY8" fmla="*/ 1296468 h 2041903"/>
              <a:gd name="connsiteX9" fmla="*/ 7785307 w 10020924"/>
              <a:gd name="connsiteY9" fmla="*/ 1080290 h 2041903"/>
              <a:gd name="connsiteX10" fmla="*/ 6171264 w 10020924"/>
              <a:gd name="connsiteY10" fmla="*/ 689323 h 2041903"/>
              <a:gd name="connsiteX11" fmla="*/ 6171264 w 10020924"/>
              <a:gd name="connsiteY11" fmla="*/ 1297318 h 2041903"/>
              <a:gd name="connsiteX12" fmla="*/ 6558679 w 10020924"/>
              <a:gd name="connsiteY12" fmla="*/ 1297318 h 2041903"/>
              <a:gd name="connsiteX13" fmla="*/ 6679368 w 10020924"/>
              <a:gd name="connsiteY13" fmla="*/ 1156413 h 2041903"/>
              <a:gd name="connsiteX14" fmla="*/ 6679368 w 10020924"/>
              <a:gd name="connsiteY14" fmla="*/ 830244 h 2041903"/>
              <a:gd name="connsiteX15" fmla="*/ 6558679 w 10020924"/>
              <a:gd name="connsiteY15" fmla="*/ 689323 h 2041903"/>
              <a:gd name="connsiteX16" fmla="*/ 9072763 w 10020924"/>
              <a:gd name="connsiteY16" fmla="*/ 463851 h 2041903"/>
              <a:gd name="connsiteX17" fmla="*/ 9678449 w 10020924"/>
              <a:gd name="connsiteY17" fmla="*/ 463851 h 2041903"/>
              <a:gd name="connsiteX18" fmla="*/ 10020924 w 10020924"/>
              <a:gd name="connsiteY18" fmla="*/ 826574 h 2041903"/>
              <a:gd name="connsiteX19" fmla="*/ 10020924 w 10020924"/>
              <a:gd name="connsiteY19" fmla="*/ 1522671 h 2041903"/>
              <a:gd name="connsiteX20" fmla="*/ 9304207 w 10020924"/>
              <a:gd name="connsiteY20" fmla="*/ 1522671 h 2041903"/>
              <a:gd name="connsiteX21" fmla="*/ 9015771 w 10020924"/>
              <a:gd name="connsiteY21" fmla="*/ 1219793 h 2041903"/>
              <a:gd name="connsiteX22" fmla="*/ 9015771 w 10020924"/>
              <a:gd name="connsiteY22" fmla="*/ 1169781 h 2041903"/>
              <a:gd name="connsiteX23" fmla="*/ 9294061 w 10020924"/>
              <a:gd name="connsiteY23" fmla="*/ 866738 h 2041903"/>
              <a:gd name="connsiteX24" fmla="*/ 9782829 w 10020924"/>
              <a:gd name="connsiteY24" fmla="*/ 866738 h 2041903"/>
              <a:gd name="connsiteX25" fmla="*/ 9782707 w 10020924"/>
              <a:gd name="connsiteY25" fmla="*/ 829349 h 2041903"/>
              <a:gd name="connsiteX26" fmla="*/ 9662481 w 10020924"/>
              <a:gd name="connsiteY26" fmla="*/ 688428 h 2041903"/>
              <a:gd name="connsiteX27" fmla="*/ 9072763 w 10020924"/>
              <a:gd name="connsiteY27" fmla="*/ 688428 h 2041903"/>
              <a:gd name="connsiteX28" fmla="*/ 8071817 w 10020924"/>
              <a:gd name="connsiteY28" fmla="*/ 463851 h 2041903"/>
              <a:gd name="connsiteX29" fmla="*/ 8991911 w 10020924"/>
              <a:gd name="connsiteY29" fmla="*/ 463851 h 2041903"/>
              <a:gd name="connsiteX30" fmla="*/ 8991911 w 10020924"/>
              <a:gd name="connsiteY30" fmla="*/ 686668 h 2041903"/>
              <a:gd name="connsiteX31" fmla="*/ 8652240 w 10020924"/>
              <a:gd name="connsiteY31" fmla="*/ 686668 h 2041903"/>
              <a:gd name="connsiteX32" fmla="*/ 8652240 w 10020924"/>
              <a:gd name="connsiteY32" fmla="*/ 1522955 h 2041903"/>
              <a:gd name="connsiteX33" fmla="*/ 8411534 w 10020924"/>
              <a:gd name="connsiteY33" fmla="*/ 1522955 h 2041903"/>
              <a:gd name="connsiteX34" fmla="*/ 8411534 w 10020924"/>
              <a:gd name="connsiteY34" fmla="*/ 686668 h 2041903"/>
              <a:gd name="connsiteX35" fmla="*/ 8071817 w 10020924"/>
              <a:gd name="connsiteY35" fmla="*/ 686668 h 2041903"/>
              <a:gd name="connsiteX36" fmla="*/ 7075333 w 10020924"/>
              <a:gd name="connsiteY36" fmla="*/ 463851 h 2041903"/>
              <a:gd name="connsiteX37" fmla="*/ 7681075 w 10020924"/>
              <a:gd name="connsiteY37" fmla="*/ 463851 h 2041903"/>
              <a:gd name="connsiteX38" fmla="*/ 8023417 w 10020924"/>
              <a:gd name="connsiteY38" fmla="*/ 826574 h 2041903"/>
              <a:gd name="connsiteX39" fmla="*/ 8023417 w 10020924"/>
              <a:gd name="connsiteY39" fmla="*/ 1522671 h 2041903"/>
              <a:gd name="connsiteX40" fmla="*/ 7306759 w 10020924"/>
              <a:gd name="connsiteY40" fmla="*/ 1522671 h 2041903"/>
              <a:gd name="connsiteX41" fmla="*/ 7018293 w 10020924"/>
              <a:gd name="connsiteY41" fmla="*/ 1219793 h 2041903"/>
              <a:gd name="connsiteX42" fmla="*/ 7018293 w 10020924"/>
              <a:gd name="connsiteY42" fmla="*/ 1169781 h 2041903"/>
              <a:gd name="connsiteX43" fmla="*/ 7296628 w 10020924"/>
              <a:gd name="connsiteY43" fmla="*/ 866738 h 2041903"/>
              <a:gd name="connsiteX44" fmla="*/ 7785307 w 10020924"/>
              <a:gd name="connsiteY44" fmla="*/ 866738 h 2041903"/>
              <a:gd name="connsiteX45" fmla="*/ 7785307 w 10020924"/>
              <a:gd name="connsiteY45" fmla="*/ 829349 h 2041903"/>
              <a:gd name="connsiteX46" fmla="*/ 7665080 w 10020924"/>
              <a:gd name="connsiteY46" fmla="*/ 688428 h 2041903"/>
              <a:gd name="connsiteX47" fmla="*/ 7075333 w 10020924"/>
              <a:gd name="connsiteY47" fmla="*/ 688428 h 2041903"/>
              <a:gd name="connsiteX48" fmla="*/ 5930572 w 10020924"/>
              <a:gd name="connsiteY48" fmla="*/ 463851 h 2041903"/>
              <a:gd name="connsiteX49" fmla="*/ 6574718 w 10020924"/>
              <a:gd name="connsiteY49" fmla="*/ 463851 h 2041903"/>
              <a:gd name="connsiteX50" fmla="*/ 6925013 w 10020924"/>
              <a:gd name="connsiteY50" fmla="*/ 834884 h 2041903"/>
              <a:gd name="connsiteX51" fmla="*/ 6925013 w 10020924"/>
              <a:gd name="connsiteY51" fmla="*/ 1151743 h 2041903"/>
              <a:gd name="connsiteX52" fmla="*/ 6585968 w 10020924"/>
              <a:gd name="connsiteY52" fmla="*/ 1522671 h 2041903"/>
              <a:gd name="connsiteX53" fmla="*/ 5930572 w 10020924"/>
              <a:gd name="connsiteY53" fmla="*/ 1522671 h 2041903"/>
              <a:gd name="connsiteX54" fmla="*/ 4717895 w 10020924"/>
              <a:gd name="connsiteY54" fmla="*/ 463851 h 2041903"/>
              <a:gd name="connsiteX55" fmla="*/ 5638093 w 10020924"/>
              <a:gd name="connsiteY55" fmla="*/ 463851 h 2041903"/>
              <a:gd name="connsiteX56" fmla="*/ 5638093 w 10020924"/>
              <a:gd name="connsiteY56" fmla="*/ 686668 h 2041903"/>
              <a:gd name="connsiteX57" fmla="*/ 5298318 w 10020924"/>
              <a:gd name="connsiteY57" fmla="*/ 686668 h 2041903"/>
              <a:gd name="connsiteX58" fmla="*/ 5298318 w 10020924"/>
              <a:gd name="connsiteY58" fmla="*/ 1522955 h 2041903"/>
              <a:gd name="connsiteX59" fmla="*/ 5057626 w 10020924"/>
              <a:gd name="connsiteY59" fmla="*/ 1522955 h 2041903"/>
              <a:gd name="connsiteX60" fmla="*/ 5057626 w 10020924"/>
              <a:gd name="connsiteY60" fmla="*/ 686668 h 2041903"/>
              <a:gd name="connsiteX61" fmla="*/ 4717895 w 10020924"/>
              <a:gd name="connsiteY61" fmla="*/ 686668 h 2041903"/>
              <a:gd name="connsiteX62" fmla="*/ 3721291 w 10020924"/>
              <a:gd name="connsiteY62" fmla="*/ 463851 h 2041903"/>
              <a:gd name="connsiteX63" fmla="*/ 4641430 w 10020924"/>
              <a:gd name="connsiteY63" fmla="*/ 463851 h 2041903"/>
              <a:gd name="connsiteX64" fmla="*/ 4641430 w 10020924"/>
              <a:gd name="connsiteY64" fmla="*/ 686668 h 2041903"/>
              <a:gd name="connsiteX65" fmla="*/ 4301654 w 10020924"/>
              <a:gd name="connsiteY65" fmla="*/ 686668 h 2041903"/>
              <a:gd name="connsiteX66" fmla="*/ 4301654 w 10020924"/>
              <a:gd name="connsiteY66" fmla="*/ 1522955 h 2041903"/>
              <a:gd name="connsiteX67" fmla="*/ 4061067 w 10020924"/>
              <a:gd name="connsiteY67" fmla="*/ 1522955 h 2041903"/>
              <a:gd name="connsiteX68" fmla="*/ 4061067 w 10020924"/>
              <a:gd name="connsiteY68" fmla="*/ 686668 h 2041903"/>
              <a:gd name="connsiteX69" fmla="*/ 3721291 w 10020924"/>
              <a:gd name="connsiteY69" fmla="*/ 686668 h 2041903"/>
              <a:gd name="connsiteX70" fmla="*/ 2809822 w 10020924"/>
              <a:gd name="connsiteY70" fmla="*/ 452019 h 2041903"/>
              <a:gd name="connsiteX71" fmla="*/ 3016077 w 10020924"/>
              <a:gd name="connsiteY71" fmla="*/ 572753 h 2041903"/>
              <a:gd name="connsiteX72" fmla="*/ 3381948 w 10020924"/>
              <a:gd name="connsiteY72" fmla="*/ 1270566 h 2041903"/>
              <a:gd name="connsiteX73" fmla="*/ 3400240 w 10020924"/>
              <a:gd name="connsiteY73" fmla="*/ 1281756 h 2041903"/>
              <a:gd name="connsiteX74" fmla="*/ 3406134 w 10020924"/>
              <a:gd name="connsiteY74" fmla="*/ 1255736 h 2041903"/>
              <a:gd name="connsiteX75" fmla="*/ 3402657 w 10020924"/>
              <a:gd name="connsiteY75" fmla="*/ 1123946 h 2041903"/>
              <a:gd name="connsiteX76" fmla="*/ 3402657 w 10020924"/>
              <a:gd name="connsiteY76" fmla="*/ 463522 h 2041903"/>
              <a:gd name="connsiteX77" fmla="*/ 3639813 w 10020924"/>
              <a:gd name="connsiteY77" fmla="*/ 463522 h 2041903"/>
              <a:gd name="connsiteX78" fmla="*/ 3639813 w 10020924"/>
              <a:gd name="connsiteY78" fmla="*/ 1255333 h 2041903"/>
              <a:gd name="connsiteX79" fmla="*/ 3425426 w 10020924"/>
              <a:gd name="connsiteY79" fmla="*/ 1534727 h 2041903"/>
              <a:gd name="connsiteX80" fmla="*/ 3219125 w 10020924"/>
              <a:gd name="connsiteY80" fmla="*/ 1413949 h 2041903"/>
              <a:gd name="connsiteX81" fmla="*/ 2853165 w 10020924"/>
              <a:gd name="connsiteY81" fmla="*/ 716135 h 2041903"/>
              <a:gd name="connsiteX82" fmla="*/ 2834887 w 10020924"/>
              <a:gd name="connsiteY82" fmla="*/ 704930 h 2041903"/>
              <a:gd name="connsiteX83" fmla="*/ 2829009 w 10020924"/>
              <a:gd name="connsiteY83" fmla="*/ 730980 h 2041903"/>
              <a:gd name="connsiteX84" fmla="*/ 2832590 w 10020924"/>
              <a:gd name="connsiteY84" fmla="*/ 862725 h 2041903"/>
              <a:gd name="connsiteX85" fmla="*/ 2832590 w 10020924"/>
              <a:gd name="connsiteY85" fmla="*/ 1523194 h 2041903"/>
              <a:gd name="connsiteX86" fmla="*/ 2595360 w 10020924"/>
              <a:gd name="connsiteY86" fmla="*/ 1523194 h 2041903"/>
              <a:gd name="connsiteX87" fmla="*/ 2595360 w 10020924"/>
              <a:gd name="connsiteY87" fmla="*/ 731368 h 2041903"/>
              <a:gd name="connsiteX88" fmla="*/ 2809822 w 10020924"/>
              <a:gd name="connsiteY88" fmla="*/ 452019 h 2041903"/>
              <a:gd name="connsiteX89" fmla="*/ 1079247 w 10020924"/>
              <a:gd name="connsiteY89" fmla="*/ 330967 h 2041903"/>
              <a:gd name="connsiteX90" fmla="*/ 952084 w 10020924"/>
              <a:gd name="connsiteY90" fmla="*/ 465588 h 2041903"/>
              <a:gd name="connsiteX91" fmla="*/ 887125 w 10020924"/>
              <a:gd name="connsiteY91" fmla="*/ 684091 h 2041903"/>
              <a:gd name="connsiteX92" fmla="*/ 940315 w 10020924"/>
              <a:gd name="connsiteY92" fmla="*/ 833769 h 2041903"/>
              <a:gd name="connsiteX93" fmla="*/ 1079206 w 10020924"/>
              <a:gd name="connsiteY93" fmla="*/ 894946 h 2041903"/>
              <a:gd name="connsiteX94" fmla="*/ 1218097 w 10020924"/>
              <a:gd name="connsiteY94" fmla="*/ 833769 h 2041903"/>
              <a:gd name="connsiteX95" fmla="*/ 1271286 w 10020924"/>
              <a:gd name="connsiteY95" fmla="*/ 684091 h 2041903"/>
              <a:gd name="connsiteX96" fmla="*/ 1206328 w 10020924"/>
              <a:gd name="connsiteY96" fmla="*/ 465588 h 2041903"/>
              <a:gd name="connsiteX97" fmla="*/ 1079247 w 10020924"/>
              <a:gd name="connsiteY97" fmla="*/ 330967 h 2041903"/>
              <a:gd name="connsiteX98" fmla="*/ 805966 w 10020924"/>
              <a:gd name="connsiteY98" fmla="*/ 263259 h 2041903"/>
              <a:gd name="connsiteX99" fmla="*/ 446364 w 10020924"/>
              <a:gd name="connsiteY99" fmla="*/ 449558 h 2041903"/>
              <a:gd name="connsiteX100" fmla="*/ 316290 w 10020924"/>
              <a:gd name="connsiteY100" fmla="*/ 671430 h 2041903"/>
              <a:gd name="connsiteX101" fmla="*/ 265280 w 10020924"/>
              <a:gd name="connsiteY101" fmla="*/ 958605 h 2041903"/>
              <a:gd name="connsiteX102" fmla="*/ 329833 w 10020924"/>
              <a:gd name="connsiteY102" fmla="*/ 1280240 h 2041903"/>
              <a:gd name="connsiteX103" fmla="*/ 505249 w 10020924"/>
              <a:gd name="connsiteY103" fmla="*/ 1539802 h 2041903"/>
              <a:gd name="connsiteX104" fmla="*/ 764163 w 10020924"/>
              <a:gd name="connsiteY104" fmla="*/ 1713204 h 2041903"/>
              <a:gd name="connsiteX105" fmla="*/ 1079208 w 10020924"/>
              <a:gd name="connsiteY105" fmla="*/ 1776358 h 2041903"/>
              <a:gd name="connsiteX106" fmla="*/ 1394254 w 10020924"/>
              <a:gd name="connsiteY106" fmla="*/ 1713204 h 2041903"/>
              <a:gd name="connsiteX107" fmla="*/ 1653167 w 10020924"/>
              <a:gd name="connsiteY107" fmla="*/ 1539802 h 2041903"/>
              <a:gd name="connsiteX108" fmla="*/ 1828584 w 10020924"/>
              <a:gd name="connsiteY108" fmla="*/ 1280240 h 2041903"/>
              <a:gd name="connsiteX109" fmla="*/ 1893137 w 10020924"/>
              <a:gd name="connsiteY109" fmla="*/ 958605 h 2041903"/>
              <a:gd name="connsiteX110" fmla="*/ 1843297 w 10020924"/>
              <a:gd name="connsiteY110" fmla="*/ 674433 h 2041903"/>
              <a:gd name="connsiteX111" fmla="*/ 1715171 w 10020924"/>
              <a:gd name="connsiteY111" fmla="*/ 452650 h 2041903"/>
              <a:gd name="connsiteX112" fmla="*/ 1352451 w 10020924"/>
              <a:gd name="connsiteY112" fmla="*/ 263259 h 2041903"/>
              <a:gd name="connsiteX113" fmla="*/ 1489332 w 10020924"/>
              <a:gd name="connsiteY113" fmla="*/ 469668 h 2041903"/>
              <a:gd name="connsiteX114" fmla="*/ 1533501 w 10020924"/>
              <a:gd name="connsiteY114" fmla="*/ 697463 h 2041903"/>
              <a:gd name="connsiteX115" fmla="*/ 1395669 w 10020924"/>
              <a:gd name="connsiteY115" fmla="*/ 1031243 h 2041903"/>
              <a:gd name="connsiteX116" fmla="*/ 1079208 w 10020924"/>
              <a:gd name="connsiteY116" fmla="*/ 1160853 h 2041903"/>
              <a:gd name="connsiteX117" fmla="*/ 762748 w 10020924"/>
              <a:gd name="connsiteY117" fmla="*/ 1031243 h 2041903"/>
              <a:gd name="connsiteX118" fmla="*/ 624916 w 10020924"/>
              <a:gd name="connsiteY118" fmla="*/ 697463 h 2041903"/>
              <a:gd name="connsiteX119" fmla="*/ 673201 w 10020924"/>
              <a:gd name="connsiteY119" fmla="*/ 463015 h 2041903"/>
              <a:gd name="connsiteX120" fmla="*/ 805966 w 10020924"/>
              <a:gd name="connsiteY120" fmla="*/ 263259 h 2041903"/>
              <a:gd name="connsiteX121" fmla="*/ 817834 w 10020924"/>
              <a:gd name="connsiteY121" fmla="*/ 0 h 2041903"/>
              <a:gd name="connsiteX122" fmla="*/ 963091 w 10020924"/>
              <a:gd name="connsiteY122" fmla="*/ 14770 h 2041903"/>
              <a:gd name="connsiteX123" fmla="*/ 1079167 w 10020924"/>
              <a:gd name="connsiteY123" fmla="*/ 48893 h 2041903"/>
              <a:gd name="connsiteX124" fmla="*/ 1194646 w 10020924"/>
              <a:gd name="connsiteY124" fmla="*/ 14436 h 2041903"/>
              <a:gd name="connsiteX125" fmla="*/ 1340583 w 10020924"/>
              <a:gd name="connsiteY125" fmla="*/ 0 h 2041903"/>
              <a:gd name="connsiteX126" fmla="*/ 1649693 w 10020924"/>
              <a:gd name="connsiteY126" fmla="*/ 72213 h 2041903"/>
              <a:gd name="connsiteX127" fmla="*/ 1910677 w 10020924"/>
              <a:gd name="connsiteY127" fmla="*/ 272891 h 2041903"/>
              <a:gd name="connsiteX128" fmla="*/ 2091072 w 10020924"/>
              <a:gd name="connsiteY128" fmla="*/ 578096 h 2041903"/>
              <a:gd name="connsiteX129" fmla="*/ 2158417 w 10020924"/>
              <a:gd name="connsiteY129" fmla="*/ 963886 h 2041903"/>
              <a:gd name="connsiteX130" fmla="*/ 2071704 w 10020924"/>
              <a:gd name="connsiteY130" fmla="*/ 1388805 h 2041903"/>
              <a:gd name="connsiteX131" fmla="*/ 1837251 w 10020924"/>
              <a:gd name="connsiteY131" fmla="*/ 1730875 h 2041903"/>
              <a:gd name="connsiteX132" fmla="*/ 1493585 w 10020924"/>
              <a:gd name="connsiteY132" fmla="*/ 1958956 h 2041903"/>
              <a:gd name="connsiteX133" fmla="*/ 1079208 w 10020924"/>
              <a:gd name="connsiteY133" fmla="*/ 2041903 h 2041903"/>
              <a:gd name="connsiteX134" fmla="*/ 664832 w 10020924"/>
              <a:gd name="connsiteY134" fmla="*/ 1958956 h 2041903"/>
              <a:gd name="connsiteX135" fmla="*/ 321166 w 10020924"/>
              <a:gd name="connsiteY135" fmla="*/ 1730875 h 2041903"/>
              <a:gd name="connsiteX136" fmla="*/ 86713 w 10020924"/>
              <a:gd name="connsiteY136" fmla="*/ 1388805 h 2041903"/>
              <a:gd name="connsiteX137" fmla="*/ 0 w 10020924"/>
              <a:gd name="connsiteY137" fmla="*/ 963886 h 2041903"/>
              <a:gd name="connsiteX138" fmla="*/ 67345 w 10020924"/>
              <a:gd name="connsiteY138" fmla="*/ 578096 h 2041903"/>
              <a:gd name="connsiteX139" fmla="*/ 247740 w 10020924"/>
              <a:gd name="connsiteY139" fmla="*/ 272891 h 2041903"/>
              <a:gd name="connsiteX140" fmla="*/ 508723 w 10020924"/>
              <a:gd name="connsiteY140" fmla="*/ 72213 h 2041903"/>
              <a:gd name="connsiteX141" fmla="*/ 817834 w 10020924"/>
              <a:gd name="connsiteY141" fmla="*/ 0 h 20419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</a:cxnLst>
            <a:rect l="l" t="t" r="r" b="b"/>
            <a:pathLst>
              <a:path w="10020924" h="2041903">
                <a:moveTo>
                  <a:pt x="9329240" y="1080290"/>
                </a:moveTo>
                <a:cubicBezTo>
                  <a:pt x="9292358" y="1080290"/>
                  <a:pt x="9251983" y="1096116"/>
                  <a:pt x="9251983" y="1187029"/>
                </a:cubicBezTo>
                <a:cubicBezTo>
                  <a:pt x="9251983" y="1277880"/>
                  <a:pt x="9292801" y="1296468"/>
                  <a:pt x="9329240" y="1296468"/>
                </a:cubicBezTo>
                <a:lnTo>
                  <a:pt x="9782722" y="1296468"/>
                </a:lnTo>
                <a:lnTo>
                  <a:pt x="9782722" y="1080290"/>
                </a:lnTo>
                <a:close/>
                <a:moveTo>
                  <a:pt x="7331825" y="1080290"/>
                </a:moveTo>
                <a:cubicBezTo>
                  <a:pt x="7294927" y="1080290"/>
                  <a:pt x="7254583" y="1096116"/>
                  <a:pt x="7254583" y="1187029"/>
                </a:cubicBezTo>
                <a:cubicBezTo>
                  <a:pt x="7254583" y="1277880"/>
                  <a:pt x="7295379" y="1296468"/>
                  <a:pt x="7331825" y="1296468"/>
                </a:cubicBezTo>
                <a:lnTo>
                  <a:pt x="7785307" y="1296468"/>
                </a:lnTo>
                <a:lnTo>
                  <a:pt x="7785307" y="1080290"/>
                </a:lnTo>
                <a:close/>
                <a:moveTo>
                  <a:pt x="6171264" y="689323"/>
                </a:moveTo>
                <a:lnTo>
                  <a:pt x="6171264" y="1297318"/>
                </a:lnTo>
                <a:lnTo>
                  <a:pt x="6558679" y="1297318"/>
                </a:lnTo>
                <a:cubicBezTo>
                  <a:pt x="6645146" y="1297318"/>
                  <a:pt x="6679368" y="1257837"/>
                  <a:pt x="6679368" y="1156413"/>
                </a:cubicBezTo>
                <a:lnTo>
                  <a:pt x="6679368" y="830244"/>
                </a:lnTo>
                <a:cubicBezTo>
                  <a:pt x="6679368" y="728827"/>
                  <a:pt x="6645146" y="689323"/>
                  <a:pt x="6558679" y="689323"/>
                </a:cubicBezTo>
                <a:close/>
                <a:moveTo>
                  <a:pt x="9072763" y="463851"/>
                </a:moveTo>
                <a:lnTo>
                  <a:pt x="9678449" y="463851"/>
                </a:lnTo>
                <a:cubicBezTo>
                  <a:pt x="9932730" y="463851"/>
                  <a:pt x="10020924" y="559816"/>
                  <a:pt x="10020924" y="826574"/>
                </a:cubicBezTo>
                <a:lnTo>
                  <a:pt x="10020924" y="1522671"/>
                </a:lnTo>
                <a:lnTo>
                  <a:pt x="9304207" y="1522671"/>
                </a:lnTo>
                <a:cubicBezTo>
                  <a:pt x="9111641" y="1522671"/>
                  <a:pt x="9015771" y="1435849"/>
                  <a:pt x="9015771" y="1219793"/>
                </a:cubicBezTo>
                <a:lnTo>
                  <a:pt x="9015771" y="1169781"/>
                </a:lnTo>
                <a:cubicBezTo>
                  <a:pt x="9015771" y="959714"/>
                  <a:pt x="9108248" y="866738"/>
                  <a:pt x="9294061" y="866738"/>
                </a:cubicBezTo>
                <a:lnTo>
                  <a:pt x="9782829" y="866738"/>
                </a:lnTo>
                <a:cubicBezTo>
                  <a:pt x="9782829" y="858122"/>
                  <a:pt x="9782707" y="829861"/>
                  <a:pt x="9782707" y="829349"/>
                </a:cubicBezTo>
                <a:cubicBezTo>
                  <a:pt x="9782707" y="727955"/>
                  <a:pt x="9749047" y="688428"/>
                  <a:pt x="9662481" y="688428"/>
                </a:cubicBezTo>
                <a:lnTo>
                  <a:pt x="9072763" y="688428"/>
                </a:lnTo>
                <a:close/>
                <a:moveTo>
                  <a:pt x="8071817" y="463851"/>
                </a:moveTo>
                <a:lnTo>
                  <a:pt x="8991911" y="463851"/>
                </a:lnTo>
                <a:lnTo>
                  <a:pt x="8991911" y="686668"/>
                </a:lnTo>
                <a:lnTo>
                  <a:pt x="8652240" y="686668"/>
                </a:lnTo>
                <a:lnTo>
                  <a:pt x="8652240" y="1522955"/>
                </a:lnTo>
                <a:lnTo>
                  <a:pt x="8411534" y="1522955"/>
                </a:lnTo>
                <a:lnTo>
                  <a:pt x="8411534" y="686668"/>
                </a:lnTo>
                <a:lnTo>
                  <a:pt x="8071817" y="686668"/>
                </a:lnTo>
                <a:close/>
                <a:moveTo>
                  <a:pt x="7075333" y="463851"/>
                </a:moveTo>
                <a:lnTo>
                  <a:pt x="7681075" y="463851"/>
                </a:lnTo>
                <a:cubicBezTo>
                  <a:pt x="7935303" y="463851"/>
                  <a:pt x="8023424" y="559816"/>
                  <a:pt x="8023417" y="826574"/>
                </a:cubicBezTo>
                <a:lnTo>
                  <a:pt x="8023417" y="1522671"/>
                </a:lnTo>
                <a:lnTo>
                  <a:pt x="7306759" y="1522671"/>
                </a:lnTo>
                <a:cubicBezTo>
                  <a:pt x="7114170" y="1522671"/>
                  <a:pt x="7018293" y="1435849"/>
                  <a:pt x="7018293" y="1219793"/>
                </a:cubicBezTo>
                <a:lnTo>
                  <a:pt x="7018293" y="1169781"/>
                </a:lnTo>
                <a:cubicBezTo>
                  <a:pt x="7018293" y="959714"/>
                  <a:pt x="7110792" y="866738"/>
                  <a:pt x="7296628" y="866738"/>
                </a:cubicBezTo>
                <a:lnTo>
                  <a:pt x="7785307" y="866738"/>
                </a:lnTo>
                <a:lnTo>
                  <a:pt x="7785307" y="829349"/>
                </a:lnTo>
                <a:cubicBezTo>
                  <a:pt x="7785307" y="727955"/>
                  <a:pt x="7751547" y="688428"/>
                  <a:pt x="7665080" y="688428"/>
                </a:cubicBezTo>
                <a:lnTo>
                  <a:pt x="7075333" y="688428"/>
                </a:lnTo>
                <a:close/>
                <a:moveTo>
                  <a:pt x="5930572" y="463851"/>
                </a:moveTo>
                <a:lnTo>
                  <a:pt x="6574718" y="463851"/>
                </a:lnTo>
                <a:cubicBezTo>
                  <a:pt x="6817412" y="463851"/>
                  <a:pt x="6925013" y="557409"/>
                  <a:pt x="6925013" y="834884"/>
                </a:cubicBezTo>
                <a:lnTo>
                  <a:pt x="6925013" y="1151743"/>
                </a:lnTo>
                <a:cubicBezTo>
                  <a:pt x="6925013" y="1394650"/>
                  <a:pt x="6843589" y="1522671"/>
                  <a:pt x="6585968" y="1522671"/>
                </a:cubicBezTo>
                <a:lnTo>
                  <a:pt x="5930572" y="1522671"/>
                </a:lnTo>
                <a:close/>
                <a:moveTo>
                  <a:pt x="4717895" y="463851"/>
                </a:moveTo>
                <a:lnTo>
                  <a:pt x="5638093" y="463851"/>
                </a:lnTo>
                <a:lnTo>
                  <a:pt x="5638093" y="686668"/>
                </a:lnTo>
                <a:lnTo>
                  <a:pt x="5298318" y="686668"/>
                </a:lnTo>
                <a:lnTo>
                  <a:pt x="5298318" y="1522955"/>
                </a:lnTo>
                <a:lnTo>
                  <a:pt x="5057626" y="1522955"/>
                </a:lnTo>
                <a:lnTo>
                  <a:pt x="5057626" y="686668"/>
                </a:lnTo>
                <a:lnTo>
                  <a:pt x="4717895" y="686668"/>
                </a:lnTo>
                <a:close/>
                <a:moveTo>
                  <a:pt x="3721291" y="463851"/>
                </a:moveTo>
                <a:lnTo>
                  <a:pt x="4641430" y="463851"/>
                </a:lnTo>
                <a:lnTo>
                  <a:pt x="4641430" y="686668"/>
                </a:lnTo>
                <a:lnTo>
                  <a:pt x="4301654" y="686668"/>
                </a:lnTo>
                <a:lnTo>
                  <a:pt x="4301654" y="1522955"/>
                </a:lnTo>
                <a:lnTo>
                  <a:pt x="4061067" y="1522955"/>
                </a:lnTo>
                <a:lnTo>
                  <a:pt x="4061067" y="686668"/>
                </a:lnTo>
                <a:lnTo>
                  <a:pt x="3721291" y="686668"/>
                </a:lnTo>
                <a:close/>
                <a:moveTo>
                  <a:pt x="2809822" y="452019"/>
                </a:moveTo>
                <a:cubicBezTo>
                  <a:pt x="2915562" y="452019"/>
                  <a:pt x="2970732" y="501487"/>
                  <a:pt x="3016077" y="572753"/>
                </a:cubicBezTo>
                <a:cubicBezTo>
                  <a:pt x="3055320" y="634446"/>
                  <a:pt x="3376830" y="1260842"/>
                  <a:pt x="3381948" y="1270566"/>
                </a:cubicBezTo>
                <a:cubicBezTo>
                  <a:pt x="3386677" y="1279328"/>
                  <a:pt x="3393442" y="1285729"/>
                  <a:pt x="3400240" y="1281756"/>
                </a:cubicBezTo>
                <a:cubicBezTo>
                  <a:pt x="3406237" y="1278349"/>
                  <a:pt x="3406646" y="1267378"/>
                  <a:pt x="3406134" y="1255736"/>
                </a:cubicBezTo>
                <a:cubicBezTo>
                  <a:pt x="3405492" y="1241619"/>
                  <a:pt x="3402657" y="1171378"/>
                  <a:pt x="3402657" y="1123946"/>
                </a:cubicBezTo>
                <a:lnTo>
                  <a:pt x="3402657" y="463522"/>
                </a:lnTo>
                <a:lnTo>
                  <a:pt x="3639813" y="463522"/>
                </a:lnTo>
                <a:lnTo>
                  <a:pt x="3639813" y="1255333"/>
                </a:lnTo>
                <a:cubicBezTo>
                  <a:pt x="3639813" y="1491113"/>
                  <a:pt x="3523557" y="1534727"/>
                  <a:pt x="3425426" y="1534727"/>
                </a:cubicBezTo>
                <a:cubicBezTo>
                  <a:pt x="3319670" y="1534727"/>
                  <a:pt x="3264509" y="1485221"/>
                  <a:pt x="3219125" y="1413949"/>
                </a:cubicBezTo>
                <a:cubicBezTo>
                  <a:pt x="3155813" y="1314503"/>
                  <a:pt x="2857763" y="724966"/>
                  <a:pt x="2853165" y="716135"/>
                </a:cubicBezTo>
                <a:cubicBezTo>
                  <a:pt x="2848558" y="707335"/>
                  <a:pt x="2841793" y="701034"/>
                  <a:pt x="2834887" y="704930"/>
                </a:cubicBezTo>
                <a:cubicBezTo>
                  <a:pt x="2829005" y="708344"/>
                  <a:pt x="2828497" y="719338"/>
                  <a:pt x="2829009" y="730980"/>
                </a:cubicBezTo>
                <a:cubicBezTo>
                  <a:pt x="2829628" y="745090"/>
                  <a:pt x="2832590" y="815378"/>
                  <a:pt x="2832590" y="862725"/>
                </a:cubicBezTo>
                <a:lnTo>
                  <a:pt x="2832590" y="1523194"/>
                </a:lnTo>
                <a:lnTo>
                  <a:pt x="2595360" y="1523194"/>
                </a:lnTo>
                <a:lnTo>
                  <a:pt x="2595360" y="731368"/>
                </a:lnTo>
                <a:cubicBezTo>
                  <a:pt x="2595360" y="495611"/>
                  <a:pt x="2711606" y="452019"/>
                  <a:pt x="2809822" y="452019"/>
                </a:cubicBezTo>
                <a:close/>
                <a:moveTo>
                  <a:pt x="1079247" y="330967"/>
                </a:moveTo>
                <a:cubicBezTo>
                  <a:pt x="1039101" y="354484"/>
                  <a:pt x="989740" y="403598"/>
                  <a:pt x="952084" y="465588"/>
                </a:cubicBezTo>
                <a:cubicBezTo>
                  <a:pt x="914427" y="527577"/>
                  <a:pt x="887125" y="603548"/>
                  <a:pt x="887125" y="684091"/>
                </a:cubicBezTo>
                <a:cubicBezTo>
                  <a:pt x="887125" y="743091"/>
                  <a:pt x="906578" y="795805"/>
                  <a:pt x="940315" y="833769"/>
                </a:cubicBezTo>
                <a:cubicBezTo>
                  <a:pt x="974052" y="871732"/>
                  <a:pt x="1022072" y="894946"/>
                  <a:pt x="1079206" y="894946"/>
                </a:cubicBezTo>
                <a:cubicBezTo>
                  <a:pt x="1136340" y="894946"/>
                  <a:pt x="1184360" y="871732"/>
                  <a:pt x="1218097" y="833769"/>
                </a:cubicBezTo>
                <a:cubicBezTo>
                  <a:pt x="1251833" y="795805"/>
                  <a:pt x="1271286" y="743091"/>
                  <a:pt x="1271286" y="684091"/>
                </a:cubicBezTo>
                <a:cubicBezTo>
                  <a:pt x="1271286" y="603548"/>
                  <a:pt x="1243984" y="527577"/>
                  <a:pt x="1206328" y="465588"/>
                </a:cubicBezTo>
                <a:cubicBezTo>
                  <a:pt x="1168672" y="403598"/>
                  <a:pt x="1110735" y="347874"/>
                  <a:pt x="1079247" y="330967"/>
                </a:cubicBezTo>
                <a:close/>
                <a:moveTo>
                  <a:pt x="805966" y="263259"/>
                </a:moveTo>
                <a:cubicBezTo>
                  <a:pt x="686954" y="257894"/>
                  <a:pt x="551782" y="326830"/>
                  <a:pt x="446364" y="449558"/>
                </a:cubicBezTo>
                <a:cubicBezTo>
                  <a:pt x="393654" y="510922"/>
                  <a:pt x="348383" y="585734"/>
                  <a:pt x="316290" y="671430"/>
                </a:cubicBezTo>
                <a:cubicBezTo>
                  <a:pt x="284196" y="757125"/>
                  <a:pt x="265280" y="853705"/>
                  <a:pt x="265280" y="958605"/>
                </a:cubicBezTo>
                <a:cubicBezTo>
                  <a:pt x="265280" y="1073486"/>
                  <a:pt x="288318" y="1182036"/>
                  <a:pt x="329833" y="1280240"/>
                </a:cubicBezTo>
                <a:cubicBezTo>
                  <a:pt x="371348" y="1378444"/>
                  <a:pt x="431341" y="1466303"/>
                  <a:pt x="505249" y="1539802"/>
                </a:cubicBezTo>
                <a:cubicBezTo>
                  <a:pt x="579158" y="1613301"/>
                  <a:pt x="666983" y="1672440"/>
                  <a:pt x="764163" y="1713204"/>
                </a:cubicBezTo>
                <a:cubicBezTo>
                  <a:pt x="861343" y="1753969"/>
                  <a:pt x="967878" y="1776358"/>
                  <a:pt x="1079208" y="1776358"/>
                </a:cubicBezTo>
                <a:cubicBezTo>
                  <a:pt x="1190538" y="1776358"/>
                  <a:pt x="1297074" y="1753969"/>
                  <a:pt x="1394254" y="1713204"/>
                </a:cubicBezTo>
                <a:cubicBezTo>
                  <a:pt x="1491434" y="1672440"/>
                  <a:pt x="1579259" y="1613301"/>
                  <a:pt x="1653167" y="1539802"/>
                </a:cubicBezTo>
                <a:cubicBezTo>
                  <a:pt x="1727076" y="1466303"/>
                  <a:pt x="1787068" y="1378444"/>
                  <a:pt x="1828584" y="1280240"/>
                </a:cubicBezTo>
                <a:cubicBezTo>
                  <a:pt x="1870099" y="1182036"/>
                  <a:pt x="1893137" y="1073486"/>
                  <a:pt x="1893137" y="958605"/>
                </a:cubicBezTo>
                <a:cubicBezTo>
                  <a:pt x="1893137" y="855344"/>
                  <a:pt x="1874740" y="759689"/>
                  <a:pt x="1843297" y="674433"/>
                </a:cubicBezTo>
                <a:cubicBezTo>
                  <a:pt x="1811852" y="589176"/>
                  <a:pt x="1767361" y="514318"/>
                  <a:pt x="1715171" y="452650"/>
                </a:cubicBezTo>
                <a:cubicBezTo>
                  <a:pt x="1610792" y="329313"/>
                  <a:pt x="1475621" y="258738"/>
                  <a:pt x="1352451" y="263259"/>
                </a:cubicBezTo>
                <a:cubicBezTo>
                  <a:pt x="1412945" y="322179"/>
                  <a:pt x="1458865" y="394141"/>
                  <a:pt x="1489332" y="469668"/>
                </a:cubicBezTo>
                <a:cubicBezTo>
                  <a:pt x="1519800" y="545194"/>
                  <a:pt x="1534815" y="624285"/>
                  <a:pt x="1533501" y="697463"/>
                </a:cubicBezTo>
                <a:cubicBezTo>
                  <a:pt x="1533501" y="833577"/>
                  <a:pt x="1479467" y="949424"/>
                  <a:pt x="1395669" y="1031243"/>
                </a:cubicBezTo>
                <a:cubicBezTo>
                  <a:pt x="1311871" y="1113062"/>
                  <a:pt x="1198308" y="1160853"/>
                  <a:pt x="1079208" y="1160853"/>
                </a:cubicBezTo>
                <a:cubicBezTo>
                  <a:pt x="960109" y="1160853"/>
                  <a:pt x="846546" y="1113062"/>
                  <a:pt x="762748" y="1031243"/>
                </a:cubicBezTo>
                <a:cubicBezTo>
                  <a:pt x="678950" y="949424"/>
                  <a:pt x="624916" y="833577"/>
                  <a:pt x="624916" y="697463"/>
                </a:cubicBezTo>
                <a:cubicBezTo>
                  <a:pt x="624916" y="618236"/>
                  <a:pt x="642018" y="537734"/>
                  <a:pt x="673201" y="463015"/>
                </a:cubicBezTo>
                <a:cubicBezTo>
                  <a:pt x="704383" y="388296"/>
                  <a:pt x="749646" y="319359"/>
                  <a:pt x="805966" y="263259"/>
                </a:cubicBezTo>
                <a:close/>
                <a:moveTo>
                  <a:pt x="817834" y="0"/>
                </a:moveTo>
                <a:cubicBezTo>
                  <a:pt x="866589" y="0"/>
                  <a:pt x="917272" y="5772"/>
                  <a:pt x="963091" y="14770"/>
                </a:cubicBezTo>
                <a:cubicBezTo>
                  <a:pt x="1008909" y="23768"/>
                  <a:pt x="1049865" y="35991"/>
                  <a:pt x="1079167" y="48893"/>
                </a:cubicBezTo>
                <a:cubicBezTo>
                  <a:pt x="1107617" y="35545"/>
                  <a:pt x="1148593" y="23322"/>
                  <a:pt x="1194646" y="14436"/>
                </a:cubicBezTo>
                <a:cubicBezTo>
                  <a:pt x="1240699" y="5549"/>
                  <a:pt x="1291827" y="0"/>
                  <a:pt x="1340583" y="0"/>
                </a:cubicBezTo>
                <a:cubicBezTo>
                  <a:pt x="1448034" y="0"/>
                  <a:pt x="1552874" y="25401"/>
                  <a:pt x="1649693" y="72213"/>
                </a:cubicBezTo>
                <a:cubicBezTo>
                  <a:pt x="1746513" y="119025"/>
                  <a:pt x="1835310" y="187248"/>
                  <a:pt x="1910677" y="272891"/>
                </a:cubicBezTo>
                <a:cubicBezTo>
                  <a:pt x="1986043" y="358535"/>
                  <a:pt x="2047978" y="461600"/>
                  <a:pt x="2091072" y="578096"/>
                </a:cubicBezTo>
                <a:cubicBezTo>
                  <a:pt x="2134165" y="694592"/>
                  <a:pt x="2158417" y="824518"/>
                  <a:pt x="2158417" y="963886"/>
                </a:cubicBezTo>
                <a:cubicBezTo>
                  <a:pt x="2158417" y="1115873"/>
                  <a:pt x="2127372" y="1259243"/>
                  <a:pt x="2071704" y="1388805"/>
                </a:cubicBezTo>
                <a:cubicBezTo>
                  <a:pt x="2016036" y="1518366"/>
                  <a:pt x="1935744" y="1634120"/>
                  <a:pt x="1837251" y="1730875"/>
                </a:cubicBezTo>
                <a:cubicBezTo>
                  <a:pt x="1738759" y="1827631"/>
                  <a:pt x="1622064" y="1905388"/>
                  <a:pt x="1493585" y="1958956"/>
                </a:cubicBezTo>
                <a:cubicBezTo>
                  <a:pt x="1365105" y="2012524"/>
                  <a:pt x="1224841" y="2041903"/>
                  <a:pt x="1079208" y="2041903"/>
                </a:cubicBezTo>
                <a:cubicBezTo>
                  <a:pt x="933576" y="2041903"/>
                  <a:pt x="793312" y="2012524"/>
                  <a:pt x="664832" y="1958956"/>
                </a:cubicBezTo>
                <a:cubicBezTo>
                  <a:pt x="536353" y="1905388"/>
                  <a:pt x="419658" y="1827631"/>
                  <a:pt x="321166" y="1730875"/>
                </a:cubicBezTo>
                <a:cubicBezTo>
                  <a:pt x="222673" y="1634120"/>
                  <a:pt x="142381" y="1518366"/>
                  <a:pt x="86713" y="1388805"/>
                </a:cubicBezTo>
                <a:cubicBezTo>
                  <a:pt x="31045" y="1259243"/>
                  <a:pt x="0" y="1115873"/>
                  <a:pt x="0" y="963886"/>
                </a:cubicBezTo>
                <a:cubicBezTo>
                  <a:pt x="0" y="824518"/>
                  <a:pt x="24252" y="694592"/>
                  <a:pt x="67345" y="578096"/>
                </a:cubicBezTo>
                <a:cubicBezTo>
                  <a:pt x="110439" y="461600"/>
                  <a:pt x="172374" y="358535"/>
                  <a:pt x="247740" y="272891"/>
                </a:cubicBezTo>
                <a:cubicBezTo>
                  <a:pt x="323106" y="187248"/>
                  <a:pt x="411904" y="119025"/>
                  <a:pt x="508723" y="72213"/>
                </a:cubicBezTo>
                <a:cubicBezTo>
                  <a:pt x="605542" y="25401"/>
                  <a:pt x="710382" y="0"/>
                  <a:pt x="817834" y="0"/>
                </a:cubicBezTo>
                <a:close/>
              </a:path>
            </a:pathLst>
          </a:custGeom>
          <a:solidFill>
            <a:schemeClr val="tx1"/>
          </a:solidFill>
          <a:ln w="7639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62691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76" r:id="rId1"/>
    <p:sldLayoutId id="2147484177" r:id="rId2"/>
  </p:sldLayoutIdLst>
  <p:hf hd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kern="1200">
          <a:solidFill>
            <a:schemeClr val="bg1"/>
          </a:solidFill>
          <a:latin typeface="Georgia" panose="02040502050405020303" pitchFamily="18" charset="0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None/>
        <a:defRPr sz="2000" kern="1200">
          <a:solidFill>
            <a:srgbClr val="2E404D"/>
          </a:solidFill>
          <a:latin typeface="+mn-lt"/>
          <a:ea typeface="+mn-ea"/>
          <a:cs typeface="+mn-cs"/>
        </a:defRPr>
      </a:lvl1pPr>
      <a:lvl2pPr marL="457200" indent="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450335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35" r:id="rId1"/>
    <p:sldLayoutId id="2147484236" r:id="rId2"/>
    <p:sldLayoutId id="2147484237" r:id="rId3"/>
    <p:sldLayoutId id="2147484238" r:id="rId4"/>
    <p:sldLayoutId id="2147484243" r:id="rId5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292228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45" r:id="rId1"/>
  </p:sldLayoutIdLst>
  <p:hf sldNum="0" hdr="0" ftr="0" dt="0"/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1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15.gif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1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1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1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1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20.gif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3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pPr>
              <a:defRPr sz="1400"/>
            </a:pPr>
            <a:r>
              <a:t>Seven AI accelerators compress manual work across the Guidewire testing lifecycle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/>
            </a:pPr>
            <a:r>
              <a:t>Executive summary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4" sz="quarter"/>
          </p:nvPr>
        </p:nvSpPr>
        <p:spPr/>
        <p:txBody>
          <a:bodyPr/>
          <a:lstStyle/>
          <a:p>
            <a:pPr>
              <a:defRPr sz="1300" b="1"/>
            </a:pPr>
            <a:r>
              <a:t>The challenge</a:t>
            </a:r>
          </a:p>
          <a:p>
            <a:pPr lvl="1">
              <a:defRPr sz="1200"/>
            </a:pPr>
            <a:r>
              <a:t>Test design, UI automation, manual-to-auto conversion and defect triage consume 40–60% of sprint capacity</a:t>
            </a:r>
          </a:p>
          <a:p>
            <a:pPr lvl="1">
              <a:defRPr sz="1200"/>
            </a:pPr>
            <a:r>
              <a:t>Inconsistent standards across delivery centres and geographies</a:t>
            </a:r>
          </a:p>
          <a:p>
            <a:pPr lvl="1">
              <a:defRPr sz="1200"/>
            </a:pPr>
            <a:r>
              <a:t>UI regression rots with every customisation and ski release</a:t>
            </a:r>
          </a:p>
          <a:p>
            <a:pPr>
              <a:defRPr sz="1300" b="1"/>
            </a:pPr>
            <a:r>
              <a:t>Our response</a:t>
            </a:r>
          </a:p>
          <a:p>
            <a:pPr lvl="1">
              <a:defRPr sz="1200"/>
            </a:pPr>
            <a:r>
              <a:t>7 Claude-powered modules mapped Plan → Build → Test → Release → Operate</a:t>
            </a:r>
          </a:p>
          <a:p>
            <a:pPr lvl="1">
              <a:defRPr sz="1200"/>
            </a:pPr>
            <a:r>
              <a:t>Bundled reference material (/katalon, GW standards, ski-release themes)</a:t>
            </a:r>
          </a:p>
          <a:p>
            <a:pPr lvl="1">
              <a:defRPr sz="1200"/>
            </a:pPr>
            <a:r>
              <a:t>Per-project RAG over client standards and saved artifacts</a:t>
            </a:r>
          </a:p>
          <a:p>
            <a:pPr lvl="1">
              <a:defRPr sz="1200"/>
            </a:pPr>
            <a:r>
              <a:t>Katalon companion: 12 ready-to-run flows across PC · CC · BC · Jutro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The seven AI accelerators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pPr>
              <a:defRPr sz="1300"/>
            </a:pPr>
            <a:r>
              <a:t>Requirements in, sprint-ready Guidewire stories out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200"/>
            </a:pPr>
            <a:r>
              <a:t>Story Forge — Plan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4" sz="quarter"/>
          </p:nvPr>
        </p:nvSpPr>
        <p:spPr/>
        <p:txBody>
          <a:bodyPr/>
          <a:lstStyle/>
          <a:p>
            <a:pPr>
              <a:defRPr sz="1100" b="1"/>
            </a:pPr>
            <a:r>
              <a:t>Purpose</a:t>
            </a:r>
          </a:p>
          <a:p>
            <a:pPr>
              <a:defRPr sz="1000"/>
            </a:pPr>
            <a:r>
              <a:t>Eliminates the blank-page problem for BAs and product owners. Converts raw requirements into INVEST-compliant user stories with Gherkin acceptance criteria, mapped Guidewire touchpoints, Fibonacci estimates and explicit dependencies.</a:t>
            </a:r>
          </a:p>
          <a:p>
            <a:pPr>
              <a:defRPr sz="1100" b="1"/>
            </a:pPr>
            <a:r>
              <a:t>Example</a:t>
            </a:r>
          </a:p>
          <a:p>
            <a:pPr>
              <a:defRPr sz="1000"/>
            </a:pPr>
            <a:r>
              <a:t>Input: Workshop notes — 'Underwriter must apply multi-vehicle discount on mid-term change.'</a:t>
            </a:r>
          </a:p>
          <a:p>
            <a:pPr>
              <a:defRPr sz="1000"/>
            </a:pPr>
            <a:r>
              <a:t>Output: ST-1 with Given/When/Then ACs, touchpoints (PolicyLine, RatingPlugin), 5 story points, open question on discount eligibility rules.</a:t>
            </a:r>
          </a:p>
          <a:p>
            <a:pPr>
              <a:defRPr sz="1100" b="1"/>
            </a:pPr>
            <a:r>
              <a:t>Key capabilities</a:t>
            </a:r>
          </a:p>
          <a:p>
            <a:pPr lvl="1">
              <a:defRPr sz="1000"/>
            </a:pPr>
            <a:r>
              <a:t>Negative-path ACs generated by default</a:t>
            </a:r>
          </a:p>
          <a:p>
            <a:pPr lvl="1">
              <a:defRPr sz="1000"/>
            </a:pPr>
            <a:r>
              <a:t>JSON export ready for Jira / Azure DevOps</a:t>
            </a:r>
          </a:p>
          <a:p>
            <a:pPr lvl="1">
              <a:defRPr sz="1000"/>
            </a:pPr>
            <a:r>
              <a:t>Per-project RAG over client standards</a:t>
            </a:r>
          </a:p>
          <a:p>
            <a:pPr>
              <a:defRPr sz="1100" b="1"/>
            </a:pPr>
            <a:r>
              <a:t>Productionalise</a:t>
            </a:r>
          </a:p>
          <a:p>
            <a:pPr lvl="1">
              <a:defRPr sz="1000"/>
            </a:pPr>
            <a:r>
              <a:t>Pilot on live backlog grooming; map JSON fields to Jira</a:t>
            </a:r>
          </a:p>
          <a:p>
            <a:pPr lvl="1">
              <a:defRPr sz="1000"/>
            </a:pPr>
            <a:r>
              <a:t>Add client story templates to Project knowledge (RAG)</a:t>
            </a:r>
          </a:p>
          <a:p>
            <a:pPr lvl="1">
              <a:defRPr sz="1000"/>
            </a:pPr>
            <a:r>
              <a:t>Gate with auth + tenant scoping before client data</a:t>
            </a:r>
          </a:p>
          <a:p>
            <a:pPr>
              <a:defRPr sz="1100" b="1"/>
            </a:pPr>
            <a:r>
              <a:t>Indicative ROI</a:t>
            </a:r>
          </a:p>
          <a:p>
            <a:pPr>
              <a:defRPr sz="1000"/>
            </a:pPr>
            <a:r>
              <a:t>40–60% less effort per story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5" sz="quarter"/>
          </p:nvPr>
        </p:nvSpPr>
        <p:spPr/>
        <p:txBody>
          <a:bodyPr/>
          <a:lstStyle/>
          <a:p/>
        </p:txBody>
      </p:sp>
      <p:pic>
        <p:nvPicPr>
          <p:cNvPr id="6" name="Picture 5" descr="story-forge-dem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8400" y="1676400"/>
            <a:ext cx="55626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pPr>
              <a:defRPr sz="1300"/>
            </a:pPr>
            <a:r>
              <a:t>Principal-level Guidewire review on every commit-sized chunk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200"/>
            </a:pPr>
            <a:r>
              <a:t>Code Review Copilot — Build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4" sz="quarter"/>
          </p:nvPr>
        </p:nvSpPr>
        <p:spPr/>
        <p:txBody>
          <a:bodyPr/>
          <a:lstStyle/>
          <a:p>
            <a:pPr>
              <a:defRPr sz="1100" b="1"/>
            </a:pPr>
            <a:r>
              <a:t>Purpose</a:t>
            </a:r>
          </a:p>
          <a:p>
            <a:pPr>
              <a:defRPr sz="1000"/>
            </a:pPr>
            <a:r>
              <a:t>Catches defects at desk-check cost — not SIT cost. Reviews Gosu, PCF, integration, GX and batch code against bundled GW Cloud standards with severity-calibrated findings and upgrade-safety flags.</a:t>
            </a:r>
          </a:p>
          <a:p>
            <a:pPr>
              <a:defRPr sz="1100" b="1"/>
            </a:pPr>
            <a:r>
              <a:t>Example</a:t>
            </a:r>
          </a:p>
          <a:p>
            <a:pPr>
              <a:defRPr sz="1000"/>
            </a:pPr>
            <a:r>
              <a:t>Input: 40-line Gosu enhancement with gw.transaction inside a PCF handler.</a:t>
            </a:r>
          </a:p>
          <a:p>
            <a:pPr>
              <a:defRPr sz="1000"/>
            </a:pPr>
            <a:r>
              <a:t>Output: critical finding (UI-layer transaction), major (query in loop), score 62, quick wins ranked; optional merge with SonarQube report.</a:t>
            </a:r>
          </a:p>
          <a:p>
            <a:pPr>
              <a:defRPr sz="1100" b="1"/>
            </a:pPr>
            <a:r>
              <a:t>Key capabilities</a:t>
            </a:r>
          </a:p>
          <a:p>
            <a:pPr lvl="1">
              <a:defRPr sz="1000"/>
            </a:pPr>
            <a:r>
              <a:t>Profiles: Standards · Performance · Upgrade · Security</a:t>
            </a:r>
          </a:p>
          <a:p>
            <a:pPr lvl="1">
              <a:defRPr sz="1000"/>
            </a:pPr>
            <a:r>
              <a:t>Bundled GW Cloud standards injected per profile</a:t>
            </a:r>
          </a:p>
          <a:p>
            <a:pPr lvl="1">
              <a:defRPr sz="1000"/>
            </a:pPr>
            <a:r>
              <a:t>External static-analysis merge (Sonar, ESLint, Checkstyle)</a:t>
            </a:r>
          </a:p>
          <a:p>
            <a:pPr>
              <a:defRPr sz="1100" b="1"/>
            </a:pPr>
            <a:r>
              <a:t>Productionalise</a:t>
            </a:r>
          </a:p>
          <a:p>
            <a:pPr lvl="1">
              <a:defRPr sz="1000"/>
            </a:pPr>
            <a:r>
              <a:t>Pre-PR gate in CI; store findings as project artifacts</a:t>
            </a:r>
          </a:p>
          <a:p>
            <a:pPr lvl="1">
              <a:defRPr sz="1000"/>
            </a:pPr>
            <a:r>
              <a:t>Index client coding standards into Project knowledge</a:t>
            </a:r>
          </a:p>
          <a:p>
            <a:pPr lvl="1">
              <a:defRPr sz="1000"/>
            </a:pPr>
            <a:r>
              <a:t>Add schema validation + golden eval set on prompt changes</a:t>
            </a:r>
          </a:p>
          <a:p>
            <a:pPr>
              <a:defRPr sz="1100" b="1"/>
            </a:pPr>
            <a:r>
              <a:t>Indicative ROI</a:t>
            </a:r>
          </a:p>
          <a:p>
            <a:pPr>
              <a:defRPr sz="1000"/>
            </a:pPr>
            <a:r>
              <a:t>30% fewer human review cycles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5" sz="quarter"/>
          </p:nvPr>
        </p:nvSpPr>
        <p:spPr/>
        <p:txBody>
          <a:bodyPr/>
          <a:lstStyle/>
          <a:p/>
        </p:txBody>
      </p:sp>
      <p:pic>
        <p:nvPicPr>
          <p:cNvPr id="6" name="Picture 5" descr="code-review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8400" y="1676400"/>
            <a:ext cx="55626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pPr>
              <a:defRPr sz="1300"/>
            </a:pPr>
            <a:r>
              <a:t>Pyramid-balanced coverage — harness chosen per case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200"/>
            </a:pPr>
            <a:r>
              <a:t>Test Strategist — Test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4" sz="quarter"/>
          </p:nvPr>
        </p:nvSpPr>
        <p:spPr/>
        <p:txBody>
          <a:bodyPr/>
          <a:lstStyle/>
          <a:p>
            <a:pPr>
              <a:defRPr sz="1100" b="1"/>
            </a:pPr>
            <a:r>
              <a:t>Purpose</a:t>
            </a:r>
          </a:p>
          <a:p>
            <a:pPr>
              <a:defRPr sz="1000"/>
            </a:pPr>
            <a:r>
              <a:t>Keeps test design pace with development. Derives executable cases from stories, code or defects; assigns GUnit, GT-API, GT-UI or Manual per case and lists test data to stage before execution.</a:t>
            </a:r>
          </a:p>
          <a:p>
            <a:pPr>
              <a:defRPr sz="1100" b="1"/>
            </a:pPr>
            <a:r>
              <a:t>Example</a:t>
            </a:r>
          </a:p>
          <a:p>
            <a:pPr>
              <a:defRPr sz="1000"/>
            </a:pPr>
            <a:r>
              <a:t>Input: FNOL user story with acceptance criteria.</a:t>
            </a:r>
          </a:p>
          <a:p>
            <a:pPr>
              <a:defRPr sz="1000"/>
            </a:pPr>
            <a:r>
              <a:t>Output: TC-1 GT-UI journey, TC-2 GUnit reserve rules, TC-3 GT-API claim create; test data manifest (in-force policy, vehicle VIN).</a:t>
            </a:r>
          </a:p>
          <a:p>
            <a:pPr>
              <a:defRPr sz="1100" b="1"/>
            </a:pPr>
            <a:r>
              <a:t>Key capabilities</a:t>
            </a:r>
          </a:p>
          <a:p>
            <a:pPr lvl="1">
              <a:defRPr sz="1000"/>
            </a:pPr>
            <a:r>
              <a:t>Enforces test pyramid discipline</a:t>
            </a:r>
          </a:p>
          <a:p>
            <a:pPr lvl="1">
              <a:defRPr sz="1000"/>
            </a:pPr>
            <a:r>
              <a:t>Traceability: each case names the AC it covers</a:t>
            </a:r>
          </a:p>
          <a:p>
            <a:pPr lvl="1">
              <a:defRPr sz="1000"/>
            </a:pPr>
            <a:r>
              <a:t>Automation notes per harness</a:t>
            </a:r>
          </a:p>
          <a:p>
            <a:pPr>
              <a:defRPr sz="1100" b="1"/>
            </a:pPr>
            <a:r>
              <a:t>Productionalise</a:t>
            </a:r>
          </a:p>
          <a:p>
            <a:pPr lvl="1">
              <a:defRPr sz="1000"/>
            </a:pPr>
            <a:r>
              <a:t>Feed sprint stories automatically from ALM webhook</a:t>
            </a:r>
          </a:p>
          <a:p>
            <a:pPr lvl="1">
              <a:defRPr sz="1000"/>
            </a:pPr>
            <a:r>
              <a:t>Export cases to Zephyr/qTest CSV transform</a:t>
            </a:r>
          </a:p>
          <a:p>
            <a:pPr lvl="1">
              <a:defRPr sz="1000"/>
            </a:pPr>
            <a:r>
              <a:t>Combine with Flow Automator for GT-UI cases</a:t>
            </a:r>
          </a:p>
          <a:p>
            <a:pPr>
              <a:defRPr sz="1100" b="1"/>
            </a:pPr>
            <a:r>
              <a:t>Indicative ROI</a:t>
            </a:r>
          </a:p>
          <a:p>
            <a:pPr>
              <a:defRPr sz="1000"/>
            </a:pPr>
            <a:r>
              <a:t>50% faster test-case design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5" sz="quarter"/>
          </p:nvPr>
        </p:nvSpPr>
        <p:spPr/>
        <p:txBody>
          <a:bodyPr/>
          <a:lstStyle/>
          <a:p/>
        </p:txBody>
      </p:sp>
      <p:pic>
        <p:nvPicPr>
          <p:cNvPr id="6" name="Picture 5" descr="test-strategist-dem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8400" y="1676400"/>
            <a:ext cx="55626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pPr>
              <a:defRPr sz="1300"/>
            </a:pPr>
            <a:r>
              <a:t>Common Guidewire flows scripted in Katalon — PC, CC, BC &amp; Jutro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200"/>
            </a:pPr>
            <a:r>
              <a:t>Flow Automator — Test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4" sz="quarter"/>
          </p:nvPr>
        </p:nvSpPr>
        <p:spPr/>
        <p:txBody>
          <a:bodyPr/>
          <a:lstStyle/>
          <a:p>
            <a:pPr>
              <a:defRPr sz="1100" b="1"/>
            </a:pPr>
            <a:r>
              <a:t>Purpose</a:t>
            </a:r>
          </a:p>
          <a:p>
            <a:pPr>
              <a:defRPr sz="1000"/>
            </a:pPr>
            <a:r>
              <a:t>Scaffolds keyword-driven Katalon UI automation for everyday regression journeys. Generated scripts match the bundled /katalon accelerator — real @Keyword signatures injected from the repo, not invented method names.</a:t>
            </a:r>
          </a:p>
          <a:p>
            <a:pPr>
              <a:defRPr sz="1100" b="1"/>
            </a:pPr>
            <a:r>
              <a:t>Example</a:t>
            </a:r>
          </a:p>
          <a:p>
            <a:pPr>
              <a:defRPr sz="1000"/>
            </a:pPr>
            <a:r>
              <a:t>Input: PolicyCenter — 'New PA submission → quote → bind'.</a:t>
            </a:r>
          </a:p>
          <a:p>
            <a:pPr>
              <a:defRPr sz="1000"/>
            </a:pPr>
            <a:r>
              <a:t>Output: Runnable Groovy test case calling PolicyCenterActions.createPersonAccount, startSubmission, quote, issuePolicy; prerequisites and keyword additions listed.</a:t>
            </a:r>
          </a:p>
          <a:p>
            <a:pPr>
              <a:defRPr sz="1100" b="1"/>
            </a:pPr>
            <a:r>
              <a:t>Key capabilities</a:t>
            </a:r>
          </a:p>
          <a:p>
            <a:pPr lvl="1">
              <a:defRPr sz="1000"/>
            </a:pPr>
            <a:r>
              <a:t>12 ready-to-run flows in /katalon companion project</a:t>
            </a:r>
          </a:p>
          <a:p>
            <a:pPr lvl="1">
              <a:defRPr sz="1000"/>
            </a:pPr>
            <a:r>
              <a:t>Defensive OOTB / data-test locators</a:t>
            </a:r>
          </a:p>
          <a:p>
            <a:pPr lvl="1">
              <a:defRPr sz="1000"/>
            </a:pPr>
            <a:r>
              <a:t>Product-specific keyword libraries bundled into prompt</a:t>
            </a:r>
          </a:p>
          <a:p>
            <a:pPr>
              <a:defRPr sz="1100" b="1"/>
            </a:pPr>
            <a:r>
              <a:t>Productionalise</a:t>
            </a:r>
          </a:p>
          <a:p>
            <a:pPr lvl="1">
              <a:defRPr sz="1000"/>
            </a:pPr>
            <a:r>
              <a:t>Open /katalon in Katalon Studio; adapt locators per client env</a:t>
            </a:r>
          </a:p>
          <a:p>
            <a:pPr lvl="1">
              <a:defRPr sz="1000"/>
            </a:pPr>
            <a:r>
              <a:t>Run headless via katalonc in CI with profile secrets</a:t>
            </a:r>
          </a:p>
          <a:p>
            <a:pPr lvl="1">
              <a:defRPr sz="1000"/>
            </a:pPr>
            <a:r>
              <a:t>Regenerate scripts after screen customisation via Flow Automator</a:t>
            </a:r>
          </a:p>
          <a:p>
            <a:pPr>
              <a:defRPr sz="1100" b="1"/>
            </a:pPr>
            <a:r>
              <a:t>Indicative ROI</a:t>
            </a:r>
          </a:p>
          <a:p>
            <a:pPr>
              <a:defRPr sz="1000"/>
            </a:pPr>
            <a:r>
              <a:t>60%+ faster first-draft UI automation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5" sz="quarter"/>
          </p:nvPr>
        </p:nvSpPr>
        <p:spPr/>
        <p:txBody>
          <a:bodyPr/>
          <a:lstStyle/>
          <a:p/>
        </p:txBody>
      </p:sp>
      <p:pic>
        <p:nvPicPr>
          <p:cNvPr id="6" name="Picture 5" descr="flow-automator-dem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8400" y="1676400"/>
            <a:ext cx="55626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pPr>
              <a:defRPr sz="1300"/>
            </a:pPr>
            <a:r>
              <a:t>Manual test cases in, automated scripts out — gaps flagged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200"/>
            </a:pPr>
            <a:r>
              <a:t>Test Migrator — Test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4" sz="quarter"/>
          </p:nvPr>
        </p:nvSpPr>
        <p:spPr/>
        <p:txBody>
          <a:bodyPr/>
          <a:lstStyle/>
          <a:p>
            <a:pPr>
              <a:defRPr sz="1100" b="1"/>
            </a:pPr>
            <a:r>
              <a:t>Purpose</a:t>
            </a:r>
          </a:p>
          <a:p>
            <a:pPr>
              <a:defRPr sz="1000"/>
            </a:pPr>
            <a:r>
              <a:t>Converts legacy manual regression packs (Excel, Zephyr, qTest) into runnable automation across five frameworks. Per case: honest verdict, gap analysis and test-data manifest — not just a script.</a:t>
            </a:r>
          </a:p>
          <a:p>
            <a:pPr>
              <a:defRPr sz="1100" b="1"/>
            </a:pPr>
            <a:r>
              <a:t>Example</a:t>
            </a:r>
          </a:p>
          <a:p>
            <a:pPr>
              <a:defRPr sz="1000"/>
            </a:pPr>
            <a:r>
              <a:t>Input: TC-PC-014 manual bind scenario pasted from Excel.</a:t>
            </a:r>
          </a:p>
          <a:p>
            <a:pPr>
              <a:defRPr sz="1000"/>
            </a:pPr>
            <a:r>
              <a:t>Output: Katalon Groovy script, verdict automate-with-fixes, gap (missing underwriter precondition), test data (person account — generate).</a:t>
            </a:r>
          </a:p>
          <a:p>
            <a:pPr>
              <a:defRPr sz="1100" b="1"/>
            </a:pPr>
            <a:r>
              <a:t>Key capabilities</a:t>
            </a:r>
          </a:p>
          <a:p>
            <a:pPr lvl="1">
              <a:defRPr sz="1000"/>
            </a:pPr>
            <a:r>
              <a:t>Frameworks: Katalon · GT · Playwright · Selenium · Cucumber</a:t>
            </a:r>
          </a:p>
          <a:p>
            <a:pPr lvl="1">
              <a:defRPr sz="1000"/>
            </a:pPr>
            <a:r>
              <a:t>Pipeline: split → convert per case → synthesise suite</a:t>
            </a:r>
          </a:p>
          <a:p>
            <a:pPr lvl="1">
              <a:defRPr sz="1000"/>
            </a:pPr>
            <a:r>
              <a:t>Katalon output aligned to /katalon libraries</a:t>
            </a:r>
          </a:p>
          <a:p>
            <a:pPr>
              <a:defRPr sz="1100" b="1"/>
            </a:pPr>
            <a:r>
              <a:t>Productionalise</a:t>
            </a:r>
          </a:p>
          <a:p>
            <a:pPr lvl="1">
              <a:defRPr sz="1000"/>
            </a:pPr>
            <a:r>
              <a:t>Batch-convert client UAT pack in pilot week 2–4</a:t>
            </a:r>
          </a:p>
          <a:p>
            <a:pPr lvl="1">
              <a:defRPr sz="1000"/>
            </a:pPr>
            <a:r>
              <a:t>Fix gaps in manual cases before CI promotion</a:t>
            </a:r>
          </a:p>
          <a:p>
            <a:pPr lvl="1">
              <a:defRPr sz="1000"/>
            </a:pPr>
            <a:r>
              <a:t>Wire converted Katalon scripts into regression suite</a:t>
            </a:r>
          </a:p>
          <a:p>
            <a:pPr>
              <a:defRPr sz="1100" b="1"/>
            </a:pPr>
            <a:r>
              <a:t>Indicative ROI</a:t>
            </a:r>
          </a:p>
          <a:p>
            <a:pPr>
              <a:defRPr sz="1000"/>
            </a:pPr>
            <a:r>
              <a:t>70%+ faster manual-to-automation conversion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5" sz="quarter"/>
          </p:nvPr>
        </p:nvSpPr>
        <p:spPr/>
        <p:txBody>
          <a:bodyPr/>
          <a:lstStyle/>
          <a:p/>
        </p:txBody>
      </p:sp>
      <p:pic>
        <p:nvPicPr>
          <p:cNvPr id="6" name="Picture 5" descr="test-migrator-dem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8400" y="1676400"/>
            <a:ext cx="55626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pPr>
              <a:defRPr sz="1300"/>
            </a:pPr>
            <a:r>
              <a:t>Know what the next ski release does to you before it lands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200"/>
            </a:pPr>
            <a:r>
              <a:t>Release Navigator — Release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4" sz="quarter"/>
          </p:nvPr>
        </p:nvSpPr>
        <p:spPr/>
        <p:txBody>
          <a:bodyPr/>
          <a:lstStyle/>
          <a:p>
            <a:pPr>
              <a:defRPr sz="1100" b="1"/>
            </a:pPr>
            <a:r>
              <a:t>Purpose</a:t>
            </a:r>
          </a:p>
          <a:p>
            <a:pPr>
              <a:defRPr sz="1000"/>
            </a:pPr>
            <a:r>
              <a:t>Combines CI/CD maturity self-check (16 practices) with AI impact analysis of customisation inventory vs target ski release — per-area risk, remediation, regression focus and effort band.</a:t>
            </a:r>
          </a:p>
          <a:p>
            <a:pPr>
              <a:defRPr sz="1100" b="1"/>
            </a:pPr>
            <a:r>
              <a:t>Example</a:t>
            </a:r>
          </a:p>
          <a:p>
            <a:pPr>
              <a:defRPr sz="1000"/>
            </a:pPr>
            <a:r>
              <a:t>Input: Palisades target, PC+CC, inventory (IG flows, entity extensions, PCF overrides).</a:t>
            </a:r>
          </a:p>
          <a:p>
            <a:pPr>
              <a:defRPr sz="1000"/>
            </a:pPr>
            <a:r>
              <a:t>Output: medium overall risk, high-impact IG area, pre-upgrade checklist, 20–30% regression effort reduction via targeted test focus.</a:t>
            </a:r>
          </a:p>
          <a:p>
            <a:pPr>
              <a:defRPr sz="1100" b="1"/>
            </a:pPr>
            <a:r>
              <a:t>Key capabilities</a:t>
            </a:r>
          </a:p>
          <a:p>
            <a:pPr lvl="1">
              <a:defRPr sz="1000"/>
            </a:pPr>
            <a:r>
              <a:t>Bundled ski-release upgrade themes per target release</a:t>
            </a:r>
          </a:p>
          <a:p>
            <a:pPr lvl="1">
              <a:defRPr sz="1000"/>
            </a:pPr>
            <a:r>
              <a:t>Live CI/CD readiness scoring in UI</a:t>
            </a:r>
          </a:p>
          <a:p>
            <a:pPr lvl="1">
              <a:defRPr sz="1000"/>
            </a:pPr>
            <a:r>
              <a:t>Per-area regression focus for test planning</a:t>
            </a:r>
          </a:p>
          <a:p>
            <a:pPr>
              <a:defRPr sz="1100" b="1"/>
            </a:pPr>
            <a:r>
              <a:t>Productionalise</a:t>
            </a:r>
          </a:p>
          <a:p>
            <a:pPr lvl="1">
              <a:defRPr sz="1000"/>
            </a:pPr>
            <a:r>
              <a:t>Maintain living customisation inventory in Project knowledge</a:t>
            </a:r>
          </a:p>
          <a:p>
            <a:pPr lvl="1">
              <a:defRPr sz="1000"/>
            </a:pPr>
            <a:r>
              <a:t>Re-run per ski release; attach official GW release notes to RAG</a:t>
            </a:r>
          </a:p>
          <a:p>
            <a:pPr lvl="1">
              <a:defRPr sz="1000"/>
            </a:pPr>
            <a:r>
              <a:t>Feed regression focus into Test Strategist / Katalon suite</a:t>
            </a:r>
          </a:p>
          <a:p>
            <a:pPr>
              <a:defRPr sz="1100" b="1"/>
            </a:pPr>
            <a:r>
              <a:t>Indicative ROI</a:t>
            </a:r>
          </a:p>
          <a:p>
            <a:pPr>
              <a:defRPr sz="1000"/>
            </a:pPr>
            <a:r>
              <a:t>20–30% less upgrade regression effort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5" sz="quarter"/>
          </p:nvPr>
        </p:nvSpPr>
        <p:spPr/>
        <p:txBody>
          <a:bodyPr/>
          <a:lstStyle/>
          <a:p/>
        </p:txBody>
      </p:sp>
      <p:pic>
        <p:nvPicPr>
          <p:cNvPr id="6" name="Picture 5" descr="release-navigator-dem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8400" y="1676400"/>
            <a:ext cx="55626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pPr>
              <a:defRPr sz="1300"/>
            </a:pPr>
            <a:r>
              <a:t>Four agents work the case — loop back when confidence is low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200"/>
            </a:pPr>
            <a:r>
              <a:t>Defect Triage Agent — Operate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4" sz="quarter"/>
          </p:nvPr>
        </p:nvSpPr>
        <p:spPr/>
        <p:txBody>
          <a:bodyPr/>
          <a:lstStyle/>
          <a:p>
            <a:pPr>
              <a:defRPr sz="1100" b="1"/>
            </a:pPr>
            <a:r>
              <a:t>Purpose</a:t>
            </a:r>
          </a:p>
          <a:p>
            <a:pPr>
              <a:defRPr sz="1000"/>
            </a:pPr>
            <a:r>
              <a:t>Agentic L2/L3 triage in minutes, 24/7. Intake → Investigator → Router (self-corrects if confidence &lt; 65%, max 2 loops) → Fix Planner. Live timeline shows every handoff.</a:t>
            </a:r>
          </a:p>
          <a:p>
            <a:pPr>
              <a:defRPr sz="1100" b="1"/>
            </a:pPr>
            <a:r>
              <a:t>Example</a:t>
            </a:r>
          </a:p>
          <a:p>
            <a:pPr>
              <a:defRPr sz="1000"/>
            </a:pPr>
            <a:r>
              <a:t>Input: Production defect — payment posting failure + Datadog log export.</a:t>
            </a:r>
          </a:p>
          <a:p>
            <a:pPr>
              <a:defRPr sz="1000"/>
            </a:pPr>
            <a:r>
              <a:t>Output: P2 routed to Billing, top hypothesis 72% confidence, workaround, permanent fix in BC payment plugin, regression GT-API cases listed.</a:t>
            </a:r>
          </a:p>
          <a:p>
            <a:pPr>
              <a:defRPr sz="1100" b="1"/>
            </a:pPr>
            <a:r>
              <a:t>Key capabilities</a:t>
            </a:r>
          </a:p>
          <a:p>
            <a:pPr lvl="1">
              <a:defRPr sz="1000"/>
            </a:pPr>
            <a:r>
              <a:t>Multi-agent pipeline with confidence-gated loop</a:t>
            </a:r>
          </a:p>
          <a:p>
            <a:pPr lvl="1">
              <a:defRPr sz="1000"/>
            </a:pPr>
            <a:r>
              <a:t>Datadog live log query + bulk triage (max 5 errors)</a:t>
            </a:r>
          </a:p>
          <a:p>
            <a:pPr lvl="1">
              <a:defRPr sz="1000"/>
            </a:pPr>
            <a:r>
              <a:t>Full case file JSON saved to project</a:t>
            </a:r>
          </a:p>
          <a:p>
            <a:pPr>
              <a:defRPr sz="1100" b="1"/>
            </a:pPr>
            <a:r>
              <a:t>Productionalise</a:t>
            </a:r>
          </a:p>
          <a:p>
            <a:pPr lvl="1">
              <a:defRPr sz="1000"/>
            </a:pPr>
            <a:r>
              <a:t>Connect Datadog (DD_API_KEY) for live evidence</a:t>
            </a:r>
          </a:p>
          <a:p>
            <a:pPr lvl="1">
              <a:defRPr sz="1000"/>
            </a:pPr>
            <a:r>
              <a:t>Index client runbooks in Project knowledge</a:t>
            </a:r>
          </a:p>
          <a:p>
            <a:pPr lvl="1">
              <a:defRPr sz="1000"/>
            </a:pPr>
            <a:r>
              <a:t>Integrate output with ServiceNow / Jira ticket enrichment</a:t>
            </a:r>
          </a:p>
          <a:p>
            <a:pPr>
              <a:defRPr sz="1100" b="1"/>
            </a:pPr>
            <a:r>
              <a:t>Indicative ROI</a:t>
            </a:r>
          </a:p>
          <a:p>
            <a:pPr>
              <a:defRPr sz="1000"/>
            </a:pPr>
            <a:r>
              <a:t>35–50% faster mean-time-to-triage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5" sz="quarter"/>
          </p:nvPr>
        </p:nvSpPr>
        <p:spPr/>
        <p:txBody>
          <a:bodyPr/>
          <a:lstStyle/>
          <a:p/>
        </p:txBody>
      </p:sp>
      <p:pic>
        <p:nvPicPr>
          <p:cNvPr id="6" name="Picture 5" descr="defect-triage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8400" y="1676400"/>
            <a:ext cx="55626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Productionalise the suite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pPr>
              <a:defRPr sz="1300"/>
            </a:pPr>
            <a:r>
              <a:t>Physical execution layer behind Flow Automator and Test Migrator (Katalon framework)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200"/>
            </a:pPr>
            <a:r>
              <a:t>Companion asset — Katalon Flow Automation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4" sz="quarter"/>
          </p:nvPr>
        </p:nvSpPr>
        <p:spPr/>
        <p:txBody>
          <a:bodyPr/>
          <a:lstStyle/>
          <a:p>
            <a:pPr>
              <a:defRPr sz="1200" b="1"/>
            </a:pPr>
            <a:r>
              <a:t>What ships in /katalon</a:t>
            </a:r>
          </a:p>
          <a:p>
            <a:pPr lvl="1">
              <a:defRPr sz="1100"/>
            </a:pPr>
            <a:r>
              <a:t>12 flows: PC01–PC04 · CC01–CC03 · BC01–BC03 · JU01–JU02</a:t>
            </a:r>
          </a:p>
          <a:p>
            <a:pPr lvl="1">
              <a:defRPr sz="1100"/>
            </a:pPr>
            <a:r>
              <a:t>Keyword libraries: PolicyCenterActions, ClaimCenterActions, BillingCenterActions, JutroActions</a:t>
            </a:r>
          </a:p>
          <a:p>
            <a:pPr lvl="1">
              <a:defRPr sz="1100"/>
            </a:pPr>
            <a:r>
              <a:t>Shared: GuidewireUI · LoginActions · TestData</a:t>
            </a:r>
          </a:p>
          <a:p>
            <a:pPr>
              <a:defRPr sz="1200" b="1"/>
            </a:pPr>
            <a:r>
              <a:t>Productionalise</a:t>
            </a:r>
          </a:p>
          <a:p>
            <a:pPr lvl="1">
              <a:defRPr sz="1100"/>
            </a:pPr>
            <a:r>
              <a:t>Open GuidewireFlowAutomation.prj in Katalon Studio 8.x+</a:t>
            </a:r>
          </a:p>
          <a:p>
            <a:pPr lvl="1">
              <a:defRPr sz="1100"/>
            </a:pPr>
            <a:r>
              <a:t>Swap URLs/credentials via execution profiles (default.glbl, qa.glbl)</a:t>
            </a:r>
          </a:p>
          <a:p>
            <a:pPr lvl="1">
              <a:defRPr sz="1100"/>
            </a:pPr>
            <a:r>
              <a:t>Run headless: katalonc in CI with Runtime Engine + secret-injected profiles</a:t>
            </a:r>
          </a:p>
          <a:p>
            <a:pPr lvl="1">
              <a:defRPr sz="1100"/>
            </a:pPr>
            <a:r>
              <a:t>Adapt locators in one keyword library per product when screens are customised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pPr>
              <a:defRPr sz="1300"/>
            </a:pPr>
            <a:r>
              <a:t>From internal demo to client-ready, governed service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200"/>
            </a:pPr>
            <a:r>
              <a:t>Productionalisation roadmap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4" sz="quarter"/>
          </p:nvPr>
        </p:nvSpPr>
        <p:spPr/>
        <p:txBody>
          <a:bodyPr/>
          <a:lstStyle/>
          <a:p>
            <a:pPr>
              <a:defRPr sz="1200" b="1"/>
            </a:pPr>
            <a:r>
              <a:t>Phase 0 — Now (demo)</a:t>
            </a:r>
          </a:p>
          <a:p>
            <a:pPr lvl="1">
              <a:defRPr sz="1100"/>
            </a:pPr>
            <a:r>
              <a:t>Vercel + Anthropic + Neon; bundled reference material + RAG</a:t>
            </a:r>
          </a:p>
          <a:p>
            <a:pPr lvl="1">
              <a:defRPr sz="1100"/>
            </a:pPr>
            <a:r>
              <a:t>No auth; auto-schema; suitable for showcases and pilots</a:t>
            </a:r>
          </a:p>
          <a:p>
            <a:pPr>
              <a:defRPr sz="1200" b="1"/>
            </a:pPr>
            <a:r>
              <a:t>Phase 1 — Pilot hardening</a:t>
            </a:r>
          </a:p>
          <a:p>
            <a:pPr lvl="1">
              <a:defRPr sz="1100"/>
            </a:pPr>
            <a:r>
              <a:t>SSO / edge auth, rate limits, input validation, structured logging</a:t>
            </a:r>
          </a:p>
          <a:p>
            <a:pPr lvl="1">
              <a:defRPr sz="1100"/>
            </a:pPr>
            <a:r>
              <a:t>Versioned DB migrations; branch protection + CI build</a:t>
            </a:r>
          </a:p>
          <a:p>
            <a:pPr>
              <a:defRPr sz="1200" b="1"/>
            </a:pPr>
            <a:r>
              <a:t>Phase 2 — Client-ready</a:t>
            </a:r>
          </a:p>
          <a:p>
            <a:pPr lvl="1">
              <a:defRPr sz="1100"/>
            </a:pPr>
            <a:r>
              <a:t>Multi-tenant row scoping, audit log, data classification</a:t>
            </a:r>
          </a:p>
          <a:p>
            <a:pPr lvl="1">
              <a:defRPr sz="1100"/>
            </a:pPr>
            <a:r>
              <a:t>Prompt evals in CI; Katalon in CI with KRE</a:t>
            </a:r>
          </a:p>
          <a:p>
            <a:pPr lvl="1">
              <a:defRPr sz="1100"/>
            </a:pPr>
            <a:r>
              <a:t>VOYAGE_API_KEY for production-grade RAG embeddings</a:t>
            </a:r>
          </a:p>
          <a:p>
            <a:pPr>
              <a:defRPr sz="1200" b="1"/>
            </a:pPr>
            <a:r>
              <a:t>Phase 3 — Enterprise scale</a:t>
            </a:r>
          </a:p>
          <a:p>
            <a:pPr lvl="1">
              <a:defRPr sz="1100"/>
            </a:pPr>
            <a:r>
              <a:t>SLOs, token budgets, schema-validated outputs</a:t>
            </a:r>
          </a:p>
          <a:p>
            <a:pPr lvl="1">
              <a:defRPr sz="1100"/>
            </a:pPr>
            <a:r>
              <a:t>Katalon TestOps, grid parallelism, API-driven test data seeding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/>
            </a:pPr>
            <a:r>
              <a:t>Recommended adoption path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3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Covers - Full Image Background">
  <a:themeElements>
    <a:clrScheme name="NTT DATA Colors 1">
      <a:dk1>
        <a:srgbClr val="FFFFFF"/>
      </a:dk1>
      <a:lt1>
        <a:srgbClr val="070F26"/>
      </a:lt1>
      <a:dk2>
        <a:srgbClr val="2E404D"/>
      </a:dk2>
      <a:lt2>
        <a:srgbClr val="0072BC"/>
      </a:lt2>
      <a:accent1>
        <a:srgbClr val="0072BC"/>
      </a:accent1>
      <a:accent2>
        <a:srgbClr val="00DFED"/>
      </a:accent2>
      <a:accent3>
        <a:srgbClr val="00CB5D"/>
      </a:accent3>
      <a:accent4>
        <a:srgbClr val="FFC400"/>
      </a:accent4>
      <a:accent5>
        <a:srgbClr val="FF7A00"/>
      </a:accent5>
      <a:accent6>
        <a:srgbClr val="949494"/>
      </a:accent6>
      <a:hlink>
        <a:srgbClr val="0000FF"/>
      </a:hlink>
      <a:folHlink>
        <a:srgbClr val="0000FF"/>
      </a:folHlink>
    </a:clrScheme>
    <a:fontScheme name="NTT_DATA_Arial">
      <a:majorFont>
        <a:latin typeface="Georgi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solidFill>
            <a:schemeClr val="accent2"/>
          </a:solidFill>
        </a:ln>
      </a:spPr>
      <a:bodyPr lIns="108000" tIns="72000" rIns="108000" bIns="72000" rtlCol="0" anchor="ctr"/>
      <a:lstStyle>
        <a:defPPr algn="ctr">
          <a:lnSpc>
            <a:spcPct val="110000"/>
          </a:lnSpc>
          <a:spcBef>
            <a:spcPts val="600"/>
          </a:spcBef>
          <a:defRPr sz="2000"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/>
      <a:bodyPr vert="horz" lIns="0" tIns="0" rIns="0" bIns="0" rtlCol="0">
        <a:noAutofit/>
      </a:bodyPr>
      <a:lstStyle>
        <a:defPPr algn="l">
          <a:defRPr dirty="0"/>
        </a:defPPr>
      </a:lstStyle>
    </a:txDef>
  </a:objectDefaults>
  <a:extraClrSchemeLst/>
  <a:custClrLst>
    <a:custClr name="A-Smart Navy">
      <a:srgbClr val="070F26"/>
    </a:custClr>
    <a:custClr name="B-White">
      <a:srgbClr val="FFFFFF"/>
    </a:custClr>
    <a:custClr name="C-Future Blue 150">
      <a:srgbClr val="005B96"/>
    </a:custClr>
    <a:custClr name="D-Future Blue">
      <a:srgbClr val="0072BC"/>
    </a:custClr>
    <a:custClr name="E-Future Blue 50">
      <a:srgbClr val="19A3FC"/>
    </a:custClr>
    <a:custClr name="F-Turquoise 100">
      <a:srgbClr val="009AA4"/>
    </a:custClr>
    <a:custClr name="G-Turquoise">
      <a:srgbClr val="00DFED"/>
    </a:custClr>
    <a:custClr name="H-Turquoise 50">
      <a:srgbClr val="7BF7FF"/>
    </a:custClr>
    <a:custClr name="I-Green 150">
      <a:srgbClr val="068941"/>
    </a:custClr>
    <a:custClr name="J-Green">
      <a:srgbClr val="00CB5D"/>
    </a:custClr>
    <a:custClr name="K-Green 50">
      <a:srgbClr val="38F990"/>
    </a:custClr>
    <a:custClr name="L-Yellow">
      <a:srgbClr val="FFC400"/>
    </a:custClr>
    <a:custClr name="M-Yellow 50">
      <a:srgbClr val="FFEDB2"/>
    </a:custClr>
    <a:custClr name="N-Yellow 100">
      <a:srgbClr val="FFDB66"/>
    </a:custClr>
    <a:custClr name="O-Orange 150">
      <a:srgbClr val="B22000"/>
    </a:custClr>
    <a:custClr name="P-Orange 100">
      <a:srgbClr val="E42600"/>
    </a:custClr>
    <a:custClr name="Q-Orange">
      <a:srgbClr val="FF7A00"/>
    </a:custClr>
    <a:custClr name="R-Grey 100">
      <a:srgbClr val="949494"/>
    </a:custClr>
    <a:custClr name="S-Grey 50">
      <a:srgbClr val="E8E8E8"/>
    </a:custClr>
    <a:custClr name="T-Black">
      <a:srgbClr val="000000"/>
    </a:custClr>
    <a:custClr name="U-Text Grey">
      <a:srgbClr val="2E404D"/>
    </a:custClr>
  </a:custClrLst>
  <a:extLst>
    <a:ext uri="{05A4C25C-085E-4340-85A3-A5531E510DB2}">
      <thm15:themeFamily xmlns:thm15="http://schemas.microsoft.com/office/thememl/2012/main" name="NTT DATA Inc PowerPoint Template (23-11-21).potx" id="{D3E1D1C2-B5EE-4B35-8BBF-C4A592713C72}" vid="{585B1236-C550-4558-8790-07038D229CDD}"/>
    </a:ext>
  </a:extLst>
</a:theme>
</file>

<file path=ppt/theme/theme2.xml><?xml version="1.0" encoding="utf-8"?>
<a:theme xmlns:a="http://schemas.openxmlformats.org/drawingml/2006/main" name="Light Covers - Partial Images">
  <a:themeElements>
    <a:clrScheme name="NTT DATA 2024">
      <a:dk1>
        <a:srgbClr val="FFFFFF"/>
      </a:dk1>
      <a:lt1>
        <a:srgbClr val="070F26"/>
      </a:lt1>
      <a:dk2>
        <a:srgbClr val="2E404D"/>
      </a:dk2>
      <a:lt2>
        <a:srgbClr val="0072BC"/>
      </a:lt2>
      <a:accent1>
        <a:srgbClr val="19A3FC"/>
      </a:accent1>
      <a:accent2>
        <a:srgbClr val="00DFED"/>
      </a:accent2>
      <a:accent3>
        <a:srgbClr val="00CB5D"/>
      </a:accent3>
      <a:accent4>
        <a:srgbClr val="FFC400"/>
      </a:accent4>
      <a:accent5>
        <a:srgbClr val="FF7A00"/>
      </a:accent5>
      <a:accent6>
        <a:srgbClr val="949494"/>
      </a:accent6>
      <a:hlink>
        <a:srgbClr val="0072BC"/>
      </a:hlink>
      <a:folHlink>
        <a:srgbClr val="00DFED"/>
      </a:folHlink>
    </a:clrScheme>
    <a:fontScheme name="NTT DATA Fonts 1">
      <a:majorFont>
        <a:latin typeface="Georgi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1"/>
        </a:solidFill>
        <a:ln w="9525">
          <a:solidFill>
            <a:schemeClr val="tx1">
              <a:lumMod val="50000"/>
            </a:schemeClr>
          </a:solidFill>
        </a:ln>
      </a:spPr>
      <a:bodyPr rtlCol="0" anchor="ctr"/>
      <a:lstStyle>
        <a:defPPr algn="ctr">
          <a:defRPr dirty="0" err="1" smtClean="0">
            <a:solidFill>
              <a:schemeClr val="tx2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 cap="rnd">
          <a:solidFill>
            <a:schemeClr val="tx1">
              <a:lumMod val="50000"/>
            </a:schemeClr>
          </a:solidFill>
          <a:round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noAutofit/>
      </a:bodyPr>
      <a:lstStyle>
        <a:defPPr algn="l">
          <a:defRPr dirty="0" err="1" smtClean="0">
            <a:solidFill>
              <a:srgbClr val="2E404D"/>
            </a:solidFill>
          </a:defRPr>
        </a:defPPr>
      </a:lstStyle>
    </a:txDef>
  </a:objectDefaults>
  <a:extraClrSchemeLst/>
  <a:custClrLst>
    <a:custClr name="A-Smart Navy">
      <a:srgbClr val="070F26"/>
    </a:custClr>
    <a:custClr name="B-White">
      <a:srgbClr val="FFFFFF"/>
    </a:custClr>
    <a:custClr name="C-Future Blue 150">
      <a:srgbClr val="005B96"/>
    </a:custClr>
    <a:custClr name="D-Future Blue">
      <a:srgbClr val="0072BC"/>
    </a:custClr>
    <a:custClr name="E-Future Blue 50">
      <a:srgbClr val="19A3FC"/>
    </a:custClr>
    <a:custClr name="F-Turquoise 100">
      <a:srgbClr val="009AA4"/>
    </a:custClr>
    <a:custClr name="G-Turquoise">
      <a:srgbClr val="00DFED"/>
    </a:custClr>
    <a:custClr name="H-Turquoise 50">
      <a:srgbClr val="7BF7FF"/>
    </a:custClr>
    <a:custClr name="I-Green 150">
      <a:srgbClr val="068941"/>
    </a:custClr>
    <a:custClr name="J-Green">
      <a:srgbClr val="00CB5D"/>
    </a:custClr>
    <a:custClr name="K-Green 50">
      <a:srgbClr val="38F990"/>
    </a:custClr>
    <a:custClr name="L-Yellow">
      <a:srgbClr val="FFC400"/>
    </a:custClr>
    <a:custClr name="M-Yellow 50">
      <a:srgbClr val="FFEDB2"/>
    </a:custClr>
    <a:custClr name="N-Yellow 100">
      <a:srgbClr val="FFDB66"/>
    </a:custClr>
    <a:custClr name="O-Orange 150">
      <a:srgbClr val="B22000"/>
    </a:custClr>
    <a:custClr name="P-Orange 100">
      <a:srgbClr val="E42600"/>
    </a:custClr>
    <a:custClr name="Q-Orange">
      <a:srgbClr val="FF7A00"/>
    </a:custClr>
    <a:custClr name="R-Grey 100">
      <a:srgbClr val="949494"/>
    </a:custClr>
    <a:custClr name="S-Grey 50">
      <a:srgbClr val="E8E8E8"/>
    </a:custClr>
    <a:custClr name="T-Black">
      <a:srgbClr val="000000"/>
    </a:custClr>
    <a:custClr name="U-Text Grey">
      <a:srgbClr val="2E404D"/>
    </a:custClr>
  </a:custClrLst>
  <a:extLst>
    <a:ext uri="{05A4C25C-085E-4340-85A3-A5531E510DB2}">
      <thm15:themeFamily xmlns:thm15="http://schemas.microsoft.com/office/thememl/2012/main" name="NTT DATA Inc PowerPoint Template (23-11-21).potx" id="{D3E1D1C2-B5EE-4B35-8BBF-C4A592713C72}" vid="{C225BABB-EBD1-460F-9ACF-6E17B862F537}"/>
    </a:ext>
  </a:extLst>
</a:theme>
</file>

<file path=ppt/theme/theme3.xml><?xml version="1.0" encoding="utf-8"?>
<a:theme xmlns:a="http://schemas.openxmlformats.org/drawingml/2006/main" name="Light Covers - No Image">
  <a:themeElements>
    <a:clrScheme name="NTT DATA 2024">
      <a:dk1>
        <a:srgbClr val="FFFFFF"/>
      </a:dk1>
      <a:lt1>
        <a:srgbClr val="070F26"/>
      </a:lt1>
      <a:dk2>
        <a:srgbClr val="2E404D"/>
      </a:dk2>
      <a:lt2>
        <a:srgbClr val="0072BC"/>
      </a:lt2>
      <a:accent1>
        <a:srgbClr val="19A3FC"/>
      </a:accent1>
      <a:accent2>
        <a:srgbClr val="00DFED"/>
      </a:accent2>
      <a:accent3>
        <a:srgbClr val="00CB5D"/>
      </a:accent3>
      <a:accent4>
        <a:srgbClr val="FFC400"/>
      </a:accent4>
      <a:accent5>
        <a:srgbClr val="FF7A00"/>
      </a:accent5>
      <a:accent6>
        <a:srgbClr val="949494"/>
      </a:accent6>
      <a:hlink>
        <a:srgbClr val="0072BC"/>
      </a:hlink>
      <a:folHlink>
        <a:srgbClr val="00DFED"/>
      </a:folHlink>
    </a:clrScheme>
    <a:fontScheme name="NTT DATA Fonts 1">
      <a:majorFont>
        <a:latin typeface="Georgi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FFFFFF"/>
        </a:solidFill>
        <a:ln w="9525">
          <a:solidFill>
            <a:schemeClr val="tx1">
              <a:lumMod val="50000"/>
            </a:schemeClr>
          </a:solidFill>
        </a:ln>
      </a:spPr>
      <a:bodyPr rtlCol="0" anchor="ctr"/>
      <a:lstStyle>
        <a:defPPr algn="ctr">
          <a:defRPr dirty="0" err="1" smtClean="0">
            <a:solidFill>
              <a:srgbClr val="2E404D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 cap="rnd">
          <a:solidFill>
            <a:schemeClr val="tx1">
              <a:lumMod val="50000"/>
            </a:schemeClr>
          </a:solidFill>
          <a:round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tIns="45720" bIns="45720" rtlCol="0">
        <a:noAutofit/>
      </a:bodyPr>
      <a:lstStyle>
        <a:defPPr algn="l">
          <a:defRPr dirty="0" smtClean="0">
            <a:solidFill>
              <a:srgbClr val="2E404D"/>
            </a:solidFill>
          </a:defRPr>
        </a:defPPr>
      </a:lstStyle>
    </a:txDef>
  </a:objectDefaults>
  <a:extraClrSchemeLst/>
  <a:custClrLst>
    <a:custClr name="A-Smart Navy">
      <a:srgbClr val="070F26"/>
    </a:custClr>
    <a:custClr name="B-White">
      <a:srgbClr val="FFFFFF"/>
    </a:custClr>
    <a:custClr name="C-Future Blue 150">
      <a:srgbClr val="005B96"/>
    </a:custClr>
    <a:custClr name="D-Future Blue">
      <a:srgbClr val="0072BC"/>
    </a:custClr>
    <a:custClr name="E-Future Blue 50">
      <a:srgbClr val="19A3FC"/>
    </a:custClr>
    <a:custClr name="F-Turquoise 100">
      <a:srgbClr val="009AA4"/>
    </a:custClr>
    <a:custClr name="G-Turquoise">
      <a:srgbClr val="00DFED"/>
    </a:custClr>
    <a:custClr name="H-Turquoise 50">
      <a:srgbClr val="7BF7FF"/>
    </a:custClr>
    <a:custClr name="I-Green 150">
      <a:srgbClr val="068941"/>
    </a:custClr>
    <a:custClr name="J-Green">
      <a:srgbClr val="00CB5D"/>
    </a:custClr>
    <a:custClr name="K-Green 50">
      <a:srgbClr val="38F990"/>
    </a:custClr>
    <a:custClr name="L-Yellow">
      <a:srgbClr val="FFC400"/>
    </a:custClr>
    <a:custClr name="M-Yellow 50">
      <a:srgbClr val="FFEDB2"/>
    </a:custClr>
    <a:custClr name="N-Yellow 100">
      <a:srgbClr val="FFDB66"/>
    </a:custClr>
    <a:custClr name="O-Orange 150">
      <a:srgbClr val="B22000"/>
    </a:custClr>
    <a:custClr name="P-Orange 100">
      <a:srgbClr val="E42600"/>
    </a:custClr>
    <a:custClr name="Q-Orange">
      <a:srgbClr val="FF7A00"/>
    </a:custClr>
    <a:custClr name="R-Grey 100">
      <a:srgbClr val="949494"/>
    </a:custClr>
    <a:custClr name="S-Grey 50">
      <a:srgbClr val="E8E8E8"/>
    </a:custClr>
    <a:custClr name="T-Black">
      <a:srgbClr val="000000"/>
    </a:custClr>
    <a:custClr name="U-Text Grey">
      <a:srgbClr val="2E404D"/>
    </a:custClr>
  </a:custClrLst>
  <a:extLst>
    <a:ext uri="{05A4C25C-085E-4340-85A3-A5531E510DB2}">
      <thm15:themeFamily xmlns:thm15="http://schemas.microsoft.com/office/thememl/2012/main" name="NTT DATA Inc PowerPoint Template (23-11-21).potx" id="{D3E1D1C2-B5EE-4B35-8BBF-C4A592713C72}" vid="{DC3025F8-9FC6-4783-AD72-E3E7249FCF2F}"/>
    </a:ext>
  </a:extLst>
</a:theme>
</file>

<file path=ppt/theme/theme4.xml><?xml version="1.0" encoding="utf-8"?>
<a:theme xmlns:a="http://schemas.openxmlformats.org/drawingml/2006/main" name="Light Body Slides">
  <a:themeElements>
    <a:clrScheme name="NTT DATA 2024">
      <a:dk1>
        <a:srgbClr val="FFFFFF"/>
      </a:dk1>
      <a:lt1>
        <a:srgbClr val="070F26"/>
      </a:lt1>
      <a:dk2>
        <a:srgbClr val="2E404D"/>
      </a:dk2>
      <a:lt2>
        <a:srgbClr val="0072BC"/>
      </a:lt2>
      <a:accent1>
        <a:srgbClr val="19A3FC"/>
      </a:accent1>
      <a:accent2>
        <a:srgbClr val="00DFED"/>
      </a:accent2>
      <a:accent3>
        <a:srgbClr val="00CB5D"/>
      </a:accent3>
      <a:accent4>
        <a:srgbClr val="FFC400"/>
      </a:accent4>
      <a:accent5>
        <a:srgbClr val="FF7A00"/>
      </a:accent5>
      <a:accent6>
        <a:srgbClr val="949494"/>
      </a:accent6>
      <a:hlink>
        <a:srgbClr val="0072BC"/>
      </a:hlink>
      <a:folHlink>
        <a:srgbClr val="00DFED"/>
      </a:folHlink>
    </a:clrScheme>
    <a:fontScheme name="NTT DATA Fonts 1">
      <a:majorFont>
        <a:latin typeface="Georgi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1"/>
        </a:solidFill>
        <a:ln w="9525">
          <a:solidFill>
            <a:schemeClr val="tx1">
              <a:lumMod val="50000"/>
            </a:schemeClr>
          </a:solidFill>
        </a:ln>
      </a:spPr>
      <a:bodyPr rtlCol="0" anchor="ctr"/>
      <a:lstStyle>
        <a:defPPr algn="ctr">
          <a:defRPr dirty="0" err="1" smtClean="0"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 cap="rnd">
          <a:solidFill>
            <a:schemeClr val="tx1">
              <a:lumMod val="50000"/>
            </a:schemeClr>
          </a:solidFill>
          <a:round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dirty="0" err="1" smtClean="0">
            <a:solidFill>
              <a:schemeClr val="tx2"/>
            </a:solidFill>
          </a:defRPr>
        </a:defPPr>
      </a:lstStyle>
    </a:txDef>
  </a:objectDefaults>
  <a:extraClrSchemeLst/>
  <a:custClrLst>
    <a:custClr name="A-Smart Navy">
      <a:srgbClr val="070F26"/>
    </a:custClr>
    <a:custClr name="B-White">
      <a:srgbClr val="FFFFFF"/>
    </a:custClr>
    <a:custClr name="C-Future Blue 150">
      <a:srgbClr val="005B96"/>
    </a:custClr>
    <a:custClr name="D-Future Blue">
      <a:srgbClr val="0072BC"/>
    </a:custClr>
    <a:custClr name="E-Future Blue 50">
      <a:srgbClr val="19A3FC"/>
    </a:custClr>
    <a:custClr name="F-Turquoise 100">
      <a:srgbClr val="009AA4"/>
    </a:custClr>
    <a:custClr name="G-Turquoise">
      <a:srgbClr val="00DFED"/>
    </a:custClr>
    <a:custClr name="H-Turquoise 50">
      <a:srgbClr val="7BF7FF"/>
    </a:custClr>
    <a:custClr name="I-Green 150">
      <a:srgbClr val="068941"/>
    </a:custClr>
    <a:custClr name="J-Green">
      <a:srgbClr val="00CB5D"/>
    </a:custClr>
    <a:custClr name="K-Green 50">
      <a:srgbClr val="38F990"/>
    </a:custClr>
    <a:custClr name="L-Yellow">
      <a:srgbClr val="FFC400"/>
    </a:custClr>
    <a:custClr name="M-Yellow 50">
      <a:srgbClr val="FFEDB2"/>
    </a:custClr>
    <a:custClr name="N-Yellow 100">
      <a:srgbClr val="FFDB66"/>
    </a:custClr>
    <a:custClr name="O-Orange 150">
      <a:srgbClr val="B22000"/>
    </a:custClr>
    <a:custClr name="P-Orange 100">
      <a:srgbClr val="E42600"/>
    </a:custClr>
    <a:custClr name="Q-Orange">
      <a:srgbClr val="FF7A00"/>
    </a:custClr>
    <a:custClr name="R-Grey 100">
      <a:srgbClr val="949494"/>
    </a:custClr>
    <a:custClr name="S-Grey 50">
      <a:srgbClr val="E8E8E8"/>
    </a:custClr>
    <a:custClr name="T-Black">
      <a:srgbClr val="000000"/>
    </a:custClr>
    <a:custClr name="U-Text Grey">
      <a:srgbClr val="2E404D"/>
    </a:custClr>
  </a:custClrLst>
  <a:extLst>
    <a:ext uri="{05A4C25C-085E-4340-85A3-A5531E510DB2}">
      <thm15:themeFamily xmlns:thm15="http://schemas.microsoft.com/office/thememl/2012/main" name="NTT DATA Inc PowerPoint Template (23-11-21).potx" id="{D3E1D1C2-B5EE-4B35-8BBF-C4A592713C72}" vid="{D16543F1-DD13-435B-B8AC-D7A23A05C60E}"/>
    </a:ext>
  </a:extLst>
</a:theme>
</file>

<file path=ppt/theme/theme5.xml><?xml version="1.0" encoding="utf-8"?>
<a:theme xmlns:a="http://schemas.openxmlformats.org/drawingml/2006/main" name="Light Body Slides - Small Title, Large Subtitle">
  <a:themeElements>
    <a:clrScheme name="NTT DATA 2024">
      <a:dk1>
        <a:srgbClr val="FFFFFF"/>
      </a:dk1>
      <a:lt1>
        <a:srgbClr val="070F26"/>
      </a:lt1>
      <a:dk2>
        <a:srgbClr val="2E404D"/>
      </a:dk2>
      <a:lt2>
        <a:srgbClr val="0072BC"/>
      </a:lt2>
      <a:accent1>
        <a:srgbClr val="19A3FC"/>
      </a:accent1>
      <a:accent2>
        <a:srgbClr val="00DFED"/>
      </a:accent2>
      <a:accent3>
        <a:srgbClr val="00CB5D"/>
      </a:accent3>
      <a:accent4>
        <a:srgbClr val="FFC400"/>
      </a:accent4>
      <a:accent5>
        <a:srgbClr val="FF7A00"/>
      </a:accent5>
      <a:accent6>
        <a:srgbClr val="949494"/>
      </a:accent6>
      <a:hlink>
        <a:srgbClr val="0072BC"/>
      </a:hlink>
      <a:folHlink>
        <a:srgbClr val="00DFED"/>
      </a:folHlink>
    </a:clrScheme>
    <a:fontScheme name="NTT DATA Fonts 1">
      <a:majorFont>
        <a:latin typeface="Georgi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1"/>
        </a:solidFill>
        <a:ln w="9525">
          <a:solidFill>
            <a:schemeClr val="tx1">
              <a:lumMod val="50000"/>
            </a:schemeClr>
          </a:solidFill>
        </a:ln>
      </a:spPr>
      <a:bodyPr rtlCol="0" anchor="ctr"/>
      <a:lstStyle>
        <a:defPPr algn="ctr">
          <a:defRPr dirty="0" err="1" smtClean="0"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 cap="rnd">
          <a:solidFill>
            <a:schemeClr val="tx1">
              <a:lumMod val="50000"/>
            </a:schemeClr>
          </a:solidFill>
          <a:round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dirty="0" err="1" smtClean="0">
            <a:solidFill>
              <a:schemeClr val="tx2"/>
            </a:solidFill>
          </a:defRPr>
        </a:defPPr>
      </a:lstStyle>
    </a:txDef>
  </a:objectDefaults>
  <a:extraClrSchemeLst/>
  <a:custClrLst>
    <a:custClr name="A-Smart Navy">
      <a:srgbClr val="070F26"/>
    </a:custClr>
    <a:custClr name="B-White">
      <a:srgbClr val="FFFFFF"/>
    </a:custClr>
    <a:custClr name="C-Future Blue 150">
      <a:srgbClr val="005B96"/>
    </a:custClr>
    <a:custClr name="D-Future Blue">
      <a:srgbClr val="0072BC"/>
    </a:custClr>
    <a:custClr name="E-Future Blue 50">
      <a:srgbClr val="19A3FC"/>
    </a:custClr>
    <a:custClr name="F-Turquoise 100">
      <a:srgbClr val="009AA4"/>
    </a:custClr>
    <a:custClr name="G-Turquoise">
      <a:srgbClr val="00DFED"/>
    </a:custClr>
    <a:custClr name="H-Turquoise 50">
      <a:srgbClr val="7BF7FF"/>
    </a:custClr>
    <a:custClr name="I-Green 150">
      <a:srgbClr val="068941"/>
    </a:custClr>
    <a:custClr name="J-Green">
      <a:srgbClr val="00CB5D"/>
    </a:custClr>
    <a:custClr name="K-Green 50">
      <a:srgbClr val="38F990"/>
    </a:custClr>
    <a:custClr name="L-Yellow">
      <a:srgbClr val="FFC400"/>
    </a:custClr>
    <a:custClr name="M-Yellow 50">
      <a:srgbClr val="FFEDB2"/>
    </a:custClr>
    <a:custClr name="N-Yellow 100">
      <a:srgbClr val="FFDB66"/>
    </a:custClr>
    <a:custClr name="O-Orange 150">
      <a:srgbClr val="B22000"/>
    </a:custClr>
    <a:custClr name="P-Orange 100">
      <a:srgbClr val="E42600"/>
    </a:custClr>
    <a:custClr name="Q-Orange">
      <a:srgbClr val="FF7A00"/>
    </a:custClr>
    <a:custClr name="R-Grey 100">
      <a:srgbClr val="949494"/>
    </a:custClr>
    <a:custClr name="S-Grey 50">
      <a:srgbClr val="E8E8E8"/>
    </a:custClr>
    <a:custClr name="T-Black">
      <a:srgbClr val="000000"/>
    </a:custClr>
    <a:custClr name="U-Text Grey">
      <a:srgbClr val="2E404D"/>
    </a:custClr>
  </a:custClrLst>
  <a:extLst>
    <a:ext uri="{05A4C25C-085E-4340-85A3-A5531E510DB2}">
      <thm15:themeFamily xmlns:thm15="http://schemas.microsoft.com/office/thememl/2012/main" name="NTT DATA Inc PowerPoint Template (23-11-21).potx" id="{D3E1D1C2-B5EE-4B35-8BBF-C4A592713C72}" vid="{2F99B345-0C6C-4D1A-974D-A0CDD8333630}"/>
    </a:ext>
  </a:extLst>
</a:theme>
</file>

<file path=ppt/theme/theme6.xml><?xml version="1.0" encoding="utf-8"?>
<a:theme xmlns:a="http://schemas.openxmlformats.org/drawingml/2006/main" name="Light Dividers">
  <a:themeElements>
    <a:clrScheme name="NTT DATA 2024">
      <a:dk1>
        <a:srgbClr val="FFFFFF"/>
      </a:dk1>
      <a:lt1>
        <a:srgbClr val="070F26"/>
      </a:lt1>
      <a:dk2>
        <a:srgbClr val="2E404D"/>
      </a:dk2>
      <a:lt2>
        <a:srgbClr val="0072BC"/>
      </a:lt2>
      <a:accent1>
        <a:srgbClr val="19A3FC"/>
      </a:accent1>
      <a:accent2>
        <a:srgbClr val="00DFED"/>
      </a:accent2>
      <a:accent3>
        <a:srgbClr val="00CB5D"/>
      </a:accent3>
      <a:accent4>
        <a:srgbClr val="FFC400"/>
      </a:accent4>
      <a:accent5>
        <a:srgbClr val="FF7A00"/>
      </a:accent5>
      <a:accent6>
        <a:srgbClr val="949494"/>
      </a:accent6>
      <a:hlink>
        <a:srgbClr val="0072BC"/>
      </a:hlink>
      <a:folHlink>
        <a:srgbClr val="00DFED"/>
      </a:folHlink>
    </a:clrScheme>
    <a:fontScheme name="NTT DATA Fonts 1">
      <a:majorFont>
        <a:latin typeface="Georgi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FFFFFF"/>
        </a:solidFill>
        <a:ln w="9525">
          <a:solidFill>
            <a:schemeClr val="tx1">
              <a:lumMod val="50000"/>
            </a:schemeClr>
          </a:solidFill>
        </a:ln>
      </a:spPr>
      <a:bodyPr rtlCol="0" anchor="ctr"/>
      <a:lstStyle>
        <a:defPPr algn="ctr">
          <a:defRPr dirty="0" err="1" smtClean="0">
            <a:solidFill>
              <a:srgbClr val="2E404D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 cap="rnd">
          <a:solidFill>
            <a:schemeClr val="tx1">
              <a:lumMod val="50000"/>
            </a:schemeClr>
          </a:solidFill>
          <a:round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tIns="45720" bIns="45720" rtlCol="0">
        <a:noAutofit/>
      </a:bodyPr>
      <a:lstStyle>
        <a:defPPr algn="l">
          <a:defRPr dirty="0" err="1" smtClean="0">
            <a:solidFill>
              <a:schemeClr val="tx2"/>
            </a:solidFill>
          </a:defRPr>
        </a:defPPr>
      </a:lstStyle>
    </a:txDef>
  </a:objectDefaults>
  <a:extraClrSchemeLst/>
  <a:custClrLst>
    <a:custClr name="A-Smart Navy">
      <a:srgbClr val="070F26"/>
    </a:custClr>
    <a:custClr name="B-White">
      <a:srgbClr val="FFFFFF"/>
    </a:custClr>
    <a:custClr name="C-Future Blue 150">
      <a:srgbClr val="005B96"/>
    </a:custClr>
    <a:custClr name="D-Future Blue">
      <a:srgbClr val="0072BC"/>
    </a:custClr>
    <a:custClr name="E-Future Blue 50">
      <a:srgbClr val="19A3FC"/>
    </a:custClr>
    <a:custClr name="F-Turquoise 100">
      <a:srgbClr val="009AA4"/>
    </a:custClr>
    <a:custClr name="G-Turquoise">
      <a:srgbClr val="00DFED"/>
    </a:custClr>
    <a:custClr name="H-Turquoise 50">
      <a:srgbClr val="7BF7FF"/>
    </a:custClr>
    <a:custClr name="I-Green 150">
      <a:srgbClr val="068941"/>
    </a:custClr>
    <a:custClr name="J-Green">
      <a:srgbClr val="00CB5D"/>
    </a:custClr>
    <a:custClr name="K-Green 50">
      <a:srgbClr val="38F990"/>
    </a:custClr>
    <a:custClr name="L-Yellow">
      <a:srgbClr val="FFC400"/>
    </a:custClr>
    <a:custClr name="M-Yellow 50">
      <a:srgbClr val="FFEDB2"/>
    </a:custClr>
    <a:custClr name="N-Yellow 100">
      <a:srgbClr val="FFDB66"/>
    </a:custClr>
    <a:custClr name="O-Orange 150">
      <a:srgbClr val="B22000"/>
    </a:custClr>
    <a:custClr name="P-Orange 100">
      <a:srgbClr val="E42600"/>
    </a:custClr>
    <a:custClr name="Q-Orange">
      <a:srgbClr val="FF7A00"/>
    </a:custClr>
    <a:custClr name="R-Grey 100">
      <a:srgbClr val="949494"/>
    </a:custClr>
    <a:custClr name="S-Grey 50">
      <a:srgbClr val="E8E8E8"/>
    </a:custClr>
    <a:custClr name="T-Black">
      <a:srgbClr val="000000"/>
    </a:custClr>
    <a:custClr name="U-Text Grey">
      <a:srgbClr val="2E404D"/>
    </a:custClr>
  </a:custClrLst>
  <a:extLst>
    <a:ext uri="{05A4C25C-085E-4340-85A3-A5531E510DB2}">
      <thm15:themeFamily xmlns:thm15="http://schemas.microsoft.com/office/thememl/2012/main" name="NTT DATA Inc PowerPoint Template (23-11-21).potx" id="{D3E1D1C2-B5EE-4B35-8BBF-C4A592713C72}" vid="{842CC330-C223-4A1E-BEF5-CC1757B9F6A9}"/>
    </a:ext>
  </a:extLst>
</a:theme>
</file>

<file path=ppt/theme/theme7.xml><?xml version="1.0" encoding="utf-8"?>
<a:theme xmlns:a="http://schemas.openxmlformats.org/drawingml/2006/main" name="Light Blank Slides">
  <a:themeElements>
    <a:clrScheme name="NTT DATA 2024">
      <a:dk1>
        <a:srgbClr val="FFFFFF"/>
      </a:dk1>
      <a:lt1>
        <a:srgbClr val="070F26"/>
      </a:lt1>
      <a:dk2>
        <a:srgbClr val="2E404D"/>
      </a:dk2>
      <a:lt2>
        <a:srgbClr val="0072BC"/>
      </a:lt2>
      <a:accent1>
        <a:srgbClr val="19A3FC"/>
      </a:accent1>
      <a:accent2>
        <a:srgbClr val="00DFED"/>
      </a:accent2>
      <a:accent3>
        <a:srgbClr val="00CB5D"/>
      </a:accent3>
      <a:accent4>
        <a:srgbClr val="FFC400"/>
      </a:accent4>
      <a:accent5>
        <a:srgbClr val="FF7A00"/>
      </a:accent5>
      <a:accent6>
        <a:srgbClr val="949494"/>
      </a:accent6>
      <a:hlink>
        <a:srgbClr val="0072BC"/>
      </a:hlink>
      <a:folHlink>
        <a:srgbClr val="00DFED"/>
      </a:folHlink>
    </a:clrScheme>
    <a:fontScheme name="NTT DATA Fonts 1">
      <a:majorFont>
        <a:latin typeface="Georgi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FFFFFF"/>
        </a:solidFill>
        <a:ln w="9525">
          <a:solidFill>
            <a:schemeClr val="tx1">
              <a:lumMod val="50000"/>
            </a:schemeClr>
          </a:solidFill>
        </a:ln>
      </a:spPr>
      <a:bodyPr rtlCol="0" anchor="ctr"/>
      <a:lstStyle>
        <a:defPPr algn="ctr">
          <a:defRPr dirty="0" smtClean="0">
            <a:solidFill>
              <a:schemeClr val="tx2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 cap="rnd">
          <a:solidFill>
            <a:schemeClr val="tx1">
              <a:lumMod val="50000"/>
            </a:schemeClr>
          </a:solidFill>
          <a:round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noAutofit/>
      </a:bodyPr>
      <a:lstStyle>
        <a:defPPr algn="l">
          <a:defRPr dirty="0" smtClean="0">
            <a:solidFill>
              <a:schemeClr val="tx2"/>
            </a:solidFill>
          </a:defRPr>
        </a:defPPr>
      </a:lstStyle>
    </a:txDef>
  </a:objectDefaults>
  <a:extraClrSchemeLst/>
  <a:custClrLst>
    <a:custClr name="A-Smart Navy">
      <a:srgbClr val="070F26"/>
    </a:custClr>
    <a:custClr name="B-White">
      <a:srgbClr val="FFFFFF"/>
    </a:custClr>
    <a:custClr name="C-Future Blue 150">
      <a:srgbClr val="005B96"/>
    </a:custClr>
    <a:custClr name="D-Future Blue">
      <a:srgbClr val="0072BC"/>
    </a:custClr>
    <a:custClr name="E-Future Blue 50">
      <a:srgbClr val="19A3FC"/>
    </a:custClr>
    <a:custClr name="F-Turquoise 100">
      <a:srgbClr val="009AA4"/>
    </a:custClr>
    <a:custClr name="G-Turquoise">
      <a:srgbClr val="00DFED"/>
    </a:custClr>
    <a:custClr name="H-Turquoise 50">
      <a:srgbClr val="7BF7FF"/>
    </a:custClr>
    <a:custClr name="I-Green 150">
      <a:srgbClr val="068941"/>
    </a:custClr>
    <a:custClr name="J-Green">
      <a:srgbClr val="00CB5D"/>
    </a:custClr>
    <a:custClr name="K-Green 50">
      <a:srgbClr val="38F990"/>
    </a:custClr>
    <a:custClr name="L-Yellow">
      <a:srgbClr val="FFC400"/>
    </a:custClr>
    <a:custClr name="M-Yellow 50">
      <a:srgbClr val="FFEDB2"/>
    </a:custClr>
    <a:custClr name="N-Yellow 100">
      <a:srgbClr val="FFDB66"/>
    </a:custClr>
    <a:custClr name="O-Orange 150">
      <a:srgbClr val="B22000"/>
    </a:custClr>
    <a:custClr name="P-Orange 100">
      <a:srgbClr val="E42600"/>
    </a:custClr>
    <a:custClr name="Q-Orange">
      <a:srgbClr val="FF7A00"/>
    </a:custClr>
    <a:custClr name="R-Grey 100">
      <a:srgbClr val="949494"/>
    </a:custClr>
    <a:custClr name="S-Grey 50">
      <a:srgbClr val="E8E8E8"/>
    </a:custClr>
    <a:custClr name="T-Black">
      <a:srgbClr val="000000"/>
    </a:custClr>
    <a:custClr name="U-Text Grey">
      <a:srgbClr val="2E404D"/>
    </a:custClr>
  </a:custClrLst>
  <a:extLst>
    <a:ext uri="{05A4C25C-085E-4340-85A3-A5531E510DB2}">
      <thm15:themeFamily xmlns:thm15="http://schemas.microsoft.com/office/thememl/2012/main" name="NTT DATA Inc PowerPoint Template (23-11-21).potx" id="{D3E1D1C2-B5EE-4B35-8BBF-C4A592713C72}" vid="{5D01CACE-88CD-4198-9599-C74300C67104}"/>
    </a:ext>
  </a:extLst>
</a:theme>
</file>

<file path=ppt/theme/theme8.xml><?xml version="1.0" encoding="utf-8"?>
<a:theme xmlns:a="http://schemas.openxmlformats.org/drawingml/2006/main" name="Dark Covers - Partial Images">
  <a:themeElements>
    <a:clrScheme name="NTT DATA 2024">
      <a:dk1>
        <a:srgbClr val="FFFFFF"/>
      </a:dk1>
      <a:lt1>
        <a:srgbClr val="070F26"/>
      </a:lt1>
      <a:dk2>
        <a:srgbClr val="2E404D"/>
      </a:dk2>
      <a:lt2>
        <a:srgbClr val="0072BC"/>
      </a:lt2>
      <a:accent1>
        <a:srgbClr val="19A3FC"/>
      </a:accent1>
      <a:accent2>
        <a:srgbClr val="00DFED"/>
      </a:accent2>
      <a:accent3>
        <a:srgbClr val="00CB5D"/>
      </a:accent3>
      <a:accent4>
        <a:srgbClr val="FFC400"/>
      </a:accent4>
      <a:accent5>
        <a:srgbClr val="FF7A00"/>
      </a:accent5>
      <a:accent6>
        <a:srgbClr val="949494"/>
      </a:accent6>
      <a:hlink>
        <a:srgbClr val="0072BC"/>
      </a:hlink>
      <a:folHlink>
        <a:srgbClr val="00DFED"/>
      </a:folHlink>
    </a:clrScheme>
    <a:fontScheme name="NTT DATA Fonts 1">
      <a:majorFont>
        <a:latin typeface="Georgi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FFFFFF"/>
        </a:solidFill>
        <a:ln w="9525">
          <a:solidFill>
            <a:schemeClr val="tx1">
              <a:lumMod val="50000"/>
            </a:schemeClr>
          </a:solidFill>
        </a:ln>
      </a:spPr>
      <a:bodyPr rtlCol="0" anchor="ctr"/>
      <a:lstStyle>
        <a:defPPr algn="ctr">
          <a:defRPr dirty="0" err="1" smtClean="0">
            <a:solidFill>
              <a:srgbClr val="2E404D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 cap="rnd">
          <a:solidFill>
            <a:schemeClr val="tx1"/>
          </a:solidFill>
          <a:round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noAutofit/>
      </a:bodyPr>
      <a:lstStyle>
        <a:defPPr algn="l">
          <a:defRPr dirty="0" err="1" smtClean="0">
            <a:solidFill>
              <a:srgbClr val="FFFFFF"/>
            </a:solidFill>
          </a:defRPr>
        </a:defPPr>
      </a:lstStyle>
    </a:txDef>
  </a:objectDefaults>
  <a:extraClrSchemeLst/>
  <a:custClrLst>
    <a:custClr name="A-Smart Navy">
      <a:srgbClr val="070F26"/>
    </a:custClr>
    <a:custClr name="B-White">
      <a:srgbClr val="FFFFFF"/>
    </a:custClr>
    <a:custClr name="C-Future Blue 150">
      <a:srgbClr val="005B96"/>
    </a:custClr>
    <a:custClr name="D-Future Blue">
      <a:srgbClr val="0072BC"/>
    </a:custClr>
    <a:custClr name="E-Future Blue 50">
      <a:srgbClr val="19A3FC"/>
    </a:custClr>
    <a:custClr name="F-Turquoise 100">
      <a:srgbClr val="009AA4"/>
    </a:custClr>
    <a:custClr name="G-Turquoise">
      <a:srgbClr val="00DFED"/>
    </a:custClr>
    <a:custClr name="H-Turquoise 50">
      <a:srgbClr val="7BF7FF"/>
    </a:custClr>
    <a:custClr name="I-Green 150">
      <a:srgbClr val="068941"/>
    </a:custClr>
    <a:custClr name="J-Green">
      <a:srgbClr val="00CB5D"/>
    </a:custClr>
    <a:custClr name="K-Green 50">
      <a:srgbClr val="38F990"/>
    </a:custClr>
    <a:custClr name="L-Yellow">
      <a:srgbClr val="FFC400"/>
    </a:custClr>
    <a:custClr name="M-Yellow 50">
      <a:srgbClr val="FFEDB2"/>
    </a:custClr>
    <a:custClr name="N-Yellow 100">
      <a:srgbClr val="FFDB66"/>
    </a:custClr>
    <a:custClr name="O-Orange 150">
      <a:srgbClr val="B22000"/>
    </a:custClr>
    <a:custClr name="P-Orange 100">
      <a:srgbClr val="E42600"/>
    </a:custClr>
    <a:custClr name="Q-Orange">
      <a:srgbClr val="FF7A00"/>
    </a:custClr>
    <a:custClr name="R-Grey 100">
      <a:srgbClr val="949494"/>
    </a:custClr>
    <a:custClr name="S-Grey 50">
      <a:srgbClr val="E8E8E8"/>
    </a:custClr>
    <a:custClr name="T-Black">
      <a:srgbClr val="000000"/>
    </a:custClr>
    <a:custClr name="U-Text Grey">
      <a:srgbClr val="2E404D"/>
    </a:custClr>
  </a:custClrLst>
  <a:extLst>
    <a:ext uri="{05A4C25C-085E-4340-85A3-A5531E510DB2}">
      <thm15:themeFamily xmlns:thm15="http://schemas.microsoft.com/office/thememl/2012/main" name="NTT DATA Inc PowerPoint Template (23-11-21).potx" id="{D3E1D1C2-B5EE-4B35-8BBF-C4A592713C72}" vid="{4FFF7C5F-95BB-4B7B-BA72-CF143C928C22}"/>
    </a:ext>
  </a:extLst>
</a:theme>
</file>

<file path=ppt/theme/theme9.xml><?xml version="1.0" encoding="utf-8"?>
<a:theme xmlns:a="http://schemas.openxmlformats.org/drawingml/2006/main" name="Dark Covers - No Image">
  <a:themeElements>
    <a:clrScheme name="NTT DATA 2024">
      <a:dk1>
        <a:srgbClr val="FFFFFF"/>
      </a:dk1>
      <a:lt1>
        <a:srgbClr val="070F26"/>
      </a:lt1>
      <a:dk2>
        <a:srgbClr val="2E404D"/>
      </a:dk2>
      <a:lt2>
        <a:srgbClr val="0072BC"/>
      </a:lt2>
      <a:accent1>
        <a:srgbClr val="19A3FC"/>
      </a:accent1>
      <a:accent2>
        <a:srgbClr val="00DFED"/>
      </a:accent2>
      <a:accent3>
        <a:srgbClr val="00CB5D"/>
      </a:accent3>
      <a:accent4>
        <a:srgbClr val="FFC400"/>
      </a:accent4>
      <a:accent5>
        <a:srgbClr val="FF7A00"/>
      </a:accent5>
      <a:accent6>
        <a:srgbClr val="949494"/>
      </a:accent6>
      <a:hlink>
        <a:srgbClr val="0072BC"/>
      </a:hlink>
      <a:folHlink>
        <a:srgbClr val="00DFED"/>
      </a:folHlink>
    </a:clrScheme>
    <a:fontScheme name="NTT DATA Fonts 1">
      <a:majorFont>
        <a:latin typeface="Georgi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1"/>
        </a:solidFill>
        <a:ln w="9525">
          <a:solidFill>
            <a:schemeClr val="tx1">
              <a:lumMod val="50000"/>
            </a:schemeClr>
          </a:solidFill>
        </a:ln>
      </a:spPr>
      <a:bodyPr rtlCol="0" anchor="ctr"/>
      <a:lstStyle>
        <a:defPPr algn="ctr">
          <a:defRPr dirty="0" err="1" smtClean="0">
            <a:solidFill>
              <a:srgbClr val="2E404D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 cap="rnd">
          <a:solidFill>
            <a:schemeClr val="tx1"/>
          </a:solidFill>
          <a:round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noAutofit/>
      </a:bodyPr>
      <a:lstStyle>
        <a:defPPr algn="l">
          <a:defRPr dirty="0" err="1" smtClean="0">
            <a:solidFill>
              <a:srgbClr val="FFFFFF"/>
            </a:solidFill>
          </a:defRPr>
        </a:defPPr>
      </a:lstStyle>
    </a:txDef>
  </a:objectDefaults>
  <a:extraClrSchemeLst/>
  <a:custClrLst>
    <a:custClr name="A-Smart Navy">
      <a:srgbClr val="070F26"/>
    </a:custClr>
    <a:custClr name="B-White">
      <a:srgbClr val="FFFFFF"/>
    </a:custClr>
    <a:custClr name="C-Future Blue 150">
      <a:srgbClr val="005B96"/>
    </a:custClr>
    <a:custClr name="D-Future Blue">
      <a:srgbClr val="0072BC"/>
    </a:custClr>
    <a:custClr name="E-Future Blue 50">
      <a:srgbClr val="19A3FC"/>
    </a:custClr>
    <a:custClr name="F-Turquoise 100">
      <a:srgbClr val="009AA4"/>
    </a:custClr>
    <a:custClr name="G-Turquoise">
      <a:srgbClr val="00DFED"/>
    </a:custClr>
    <a:custClr name="H-Turquoise 50">
      <a:srgbClr val="7BF7FF"/>
    </a:custClr>
    <a:custClr name="I-Green 150">
      <a:srgbClr val="068941"/>
    </a:custClr>
    <a:custClr name="J-Green">
      <a:srgbClr val="00CB5D"/>
    </a:custClr>
    <a:custClr name="K-Green 50">
      <a:srgbClr val="38F990"/>
    </a:custClr>
    <a:custClr name="L-Yellow">
      <a:srgbClr val="FFC400"/>
    </a:custClr>
    <a:custClr name="M-Yellow 50">
      <a:srgbClr val="FFEDB2"/>
    </a:custClr>
    <a:custClr name="N-Yellow 100">
      <a:srgbClr val="FFDB66"/>
    </a:custClr>
    <a:custClr name="O-Orange 150">
      <a:srgbClr val="B22000"/>
    </a:custClr>
    <a:custClr name="P-Orange 100">
      <a:srgbClr val="E42600"/>
    </a:custClr>
    <a:custClr name="Q-Orange">
      <a:srgbClr val="FF7A00"/>
    </a:custClr>
    <a:custClr name="R-Grey 100">
      <a:srgbClr val="949494"/>
    </a:custClr>
    <a:custClr name="S-Grey 50">
      <a:srgbClr val="E8E8E8"/>
    </a:custClr>
    <a:custClr name="T-Black">
      <a:srgbClr val="000000"/>
    </a:custClr>
    <a:custClr name="U-Text Grey">
      <a:srgbClr val="2E404D"/>
    </a:custClr>
  </a:custClrLst>
  <a:extLst>
    <a:ext uri="{05A4C25C-085E-4340-85A3-A5531E510DB2}">
      <thm15:themeFamily xmlns:thm15="http://schemas.microsoft.com/office/thememl/2012/main" name="NTT DATA Inc PowerPoint Template (23-11-21).potx" id="{D3E1D1C2-B5EE-4B35-8BBF-C4A592713C72}" vid="{F81944F0-2B35-4450-9243-E37089D15AB9}"/>
    </a:ext>
  </a:extLst>
</a:theme>
</file>

<file path=ppt/theme/theme10.xml><?xml version="1.0" encoding="utf-8"?>
<a:theme xmlns:a="http://schemas.openxmlformats.org/drawingml/2006/main" name="Dark Body Slides">
  <a:themeElements>
    <a:clrScheme name="NTT DATA 2024">
      <a:dk1>
        <a:srgbClr val="FFFFFF"/>
      </a:dk1>
      <a:lt1>
        <a:srgbClr val="070F26"/>
      </a:lt1>
      <a:dk2>
        <a:srgbClr val="2E404D"/>
      </a:dk2>
      <a:lt2>
        <a:srgbClr val="0072BC"/>
      </a:lt2>
      <a:accent1>
        <a:srgbClr val="19A3FC"/>
      </a:accent1>
      <a:accent2>
        <a:srgbClr val="00DFED"/>
      </a:accent2>
      <a:accent3>
        <a:srgbClr val="00CB5D"/>
      </a:accent3>
      <a:accent4>
        <a:srgbClr val="FFC400"/>
      </a:accent4>
      <a:accent5>
        <a:srgbClr val="FF7A00"/>
      </a:accent5>
      <a:accent6>
        <a:srgbClr val="949494"/>
      </a:accent6>
      <a:hlink>
        <a:srgbClr val="0072BC"/>
      </a:hlink>
      <a:folHlink>
        <a:srgbClr val="00DFED"/>
      </a:folHlink>
    </a:clrScheme>
    <a:fontScheme name="NTT DATA Fonts 1">
      <a:majorFont>
        <a:latin typeface="Georgi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1"/>
        </a:solidFill>
        <a:ln w="9525">
          <a:solidFill>
            <a:schemeClr val="tx1">
              <a:lumMod val="50000"/>
            </a:schemeClr>
          </a:solidFill>
        </a:ln>
      </a:spPr>
      <a:bodyPr rtlCol="0" anchor="ctr"/>
      <a:lstStyle>
        <a:defPPr algn="ctr">
          <a:defRPr dirty="0" smtClean="0"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 cap="rnd">
          <a:solidFill>
            <a:schemeClr val="tx1"/>
          </a:solidFill>
          <a:round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noAutofit/>
      </a:bodyPr>
      <a:lstStyle>
        <a:defPPr algn="l">
          <a:defRPr dirty="0" smtClean="0">
            <a:solidFill>
              <a:schemeClr val="tx1"/>
            </a:solidFill>
          </a:defRPr>
        </a:defPPr>
      </a:lstStyle>
    </a:txDef>
  </a:objectDefaults>
  <a:extraClrSchemeLst/>
  <a:custClrLst>
    <a:custClr name="A-Smart Navy">
      <a:srgbClr val="070F26"/>
    </a:custClr>
    <a:custClr name="B-White">
      <a:srgbClr val="FFFFFF"/>
    </a:custClr>
    <a:custClr name="C-Future Blue 150">
      <a:srgbClr val="005B96"/>
    </a:custClr>
    <a:custClr name="D-Future Blue">
      <a:srgbClr val="0072BC"/>
    </a:custClr>
    <a:custClr name="E-Future Blue 50">
      <a:srgbClr val="19A3FC"/>
    </a:custClr>
    <a:custClr name="F-Turquoise 100">
      <a:srgbClr val="009AA4"/>
    </a:custClr>
    <a:custClr name="G-Turquoise">
      <a:srgbClr val="00DFED"/>
    </a:custClr>
    <a:custClr name="H-Turquoise 50">
      <a:srgbClr val="7BF7FF"/>
    </a:custClr>
    <a:custClr name="I-Green 150">
      <a:srgbClr val="068941"/>
    </a:custClr>
    <a:custClr name="J-Green">
      <a:srgbClr val="00CB5D"/>
    </a:custClr>
    <a:custClr name="K-Green 50">
      <a:srgbClr val="38F990"/>
    </a:custClr>
    <a:custClr name="L-Yellow">
      <a:srgbClr val="FFC400"/>
    </a:custClr>
    <a:custClr name="M-Yellow 50">
      <a:srgbClr val="FFEDB2"/>
    </a:custClr>
    <a:custClr name="N-Yellow 100">
      <a:srgbClr val="FFDB66"/>
    </a:custClr>
    <a:custClr name="O-Orange 150">
      <a:srgbClr val="B22000"/>
    </a:custClr>
    <a:custClr name="P-Orange 100">
      <a:srgbClr val="E42600"/>
    </a:custClr>
    <a:custClr name="Q-Orange">
      <a:srgbClr val="FF7A00"/>
    </a:custClr>
    <a:custClr name="R-Grey 100">
      <a:srgbClr val="949494"/>
    </a:custClr>
    <a:custClr name="S-Grey 50">
      <a:srgbClr val="E8E8E8"/>
    </a:custClr>
    <a:custClr name="T-Black">
      <a:srgbClr val="000000"/>
    </a:custClr>
    <a:custClr name="U-Text Grey">
      <a:srgbClr val="2E404D"/>
    </a:custClr>
  </a:custClrLst>
  <a:extLst>
    <a:ext uri="{05A4C25C-085E-4340-85A3-A5531E510DB2}">
      <thm15:themeFamily xmlns:thm15="http://schemas.microsoft.com/office/thememl/2012/main" name="NTT DATA Inc PowerPoint Template (23-11-21).potx" id="{D3E1D1C2-B5EE-4B35-8BBF-C4A592713C72}" vid="{B2B7C69C-C1CE-474C-83BE-6409564B5F8B}"/>
    </a:ext>
  </a:extLst>
</a:theme>
</file>

<file path=ppt/theme/theme11.xml><?xml version="1.0" encoding="utf-8"?>
<a:theme xmlns:a="http://schemas.openxmlformats.org/drawingml/2006/main" name="Dark Body Slides - Small Title, Large Subtitle">
  <a:themeElements>
    <a:clrScheme name="NTT DATA 2024">
      <a:dk1>
        <a:srgbClr val="FFFFFF"/>
      </a:dk1>
      <a:lt1>
        <a:srgbClr val="070F26"/>
      </a:lt1>
      <a:dk2>
        <a:srgbClr val="2E404D"/>
      </a:dk2>
      <a:lt2>
        <a:srgbClr val="0072BC"/>
      </a:lt2>
      <a:accent1>
        <a:srgbClr val="19A3FC"/>
      </a:accent1>
      <a:accent2>
        <a:srgbClr val="00DFED"/>
      </a:accent2>
      <a:accent3>
        <a:srgbClr val="00CB5D"/>
      </a:accent3>
      <a:accent4>
        <a:srgbClr val="FFC400"/>
      </a:accent4>
      <a:accent5>
        <a:srgbClr val="FF7A00"/>
      </a:accent5>
      <a:accent6>
        <a:srgbClr val="949494"/>
      </a:accent6>
      <a:hlink>
        <a:srgbClr val="0072BC"/>
      </a:hlink>
      <a:folHlink>
        <a:srgbClr val="00DFED"/>
      </a:folHlink>
    </a:clrScheme>
    <a:fontScheme name="NTT DATA Fonts 1">
      <a:majorFont>
        <a:latin typeface="Georgi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1"/>
        </a:solidFill>
        <a:ln w="9525">
          <a:solidFill>
            <a:schemeClr val="tx1">
              <a:lumMod val="50000"/>
            </a:schemeClr>
          </a:solidFill>
        </a:ln>
      </a:spPr>
      <a:bodyPr rtlCol="0" anchor="ctr"/>
      <a:lstStyle>
        <a:defPPr algn="ctr">
          <a:defRPr dirty="0" err="1" smtClean="0"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 cap="rnd">
          <a:solidFill>
            <a:schemeClr val="tx1"/>
          </a:solidFill>
          <a:round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noAutofit/>
      </a:bodyPr>
      <a:lstStyle>
        <a:defPPr algn="l">
          <a:defRPr dirty="0" err="1" smtClean="0">
            <a:solidFill>
              <a:schemeClr val="tx1"/>
            </a:solidFill>
          </a:defRPr>
        </a:defPPr>
      </a:lstStyle>
    </a:txDef>
  </a:objectDefaults>
  <a:extraClrSchemeLst/>
  <a:custClrLst>
    <a:custClr name="A-Smart Navy">
      <a:srgbClr val="070F26"/>
    </a:custClr>
    <a:custClr name="B-White">
      <a:srgbClr val="FFFFFF"/>
    </a:custClr>
    <a:custClr name="C-Future Blue 150">
      <a:srgbClr val="005B96"/>
    </a:custClr>
    <a:custClr name="D-Future Blue">
      <a:srgbClr val="0072BC"/>
    </a:custClr>
    <a:custClr name="E-Future Blue 50">
      <a:srgbClr val="19A3FC"/>
    </a:custClr>
    <a:custClr name="F-Turquoise 100">
      <a:srgbClr val="009AA4"/>
    </a:custClr>
    <a:custClr name="G-Turquoise">
      <a:srgbClr val="00DFED"/>
    </a:custClr>
    <a:custClr name="H-Turquoise 50">
      <a:srgbClr val="7BF7FF"/>
    </a:custClr>
    <a:custClr name="I-Green 150">
      <a:srgbClr val="068941"/>
    </a:custClr>
    <a:custClr name="J-Green">
      <a:srgbClr val="00CB5D"/>
    </a:custClr>
    <a:custClr name="K-Green 50">
      <a:srgbClr val="38F990"/>
    </a:custClr>
    <a:custClr name="L-Yellow">
      <a:srgbClr val="FFC400"/>
    </a:custClr>
    <a:custClr name="M-Yellow 50">
      <a:srgbClr val="FFEDB2"/>
    </a:custClr>
    <a:custClr name="N-Yellow 100">
      <a:srgbClr val="FFDB66"/>
    </a:custClr>
    <a:custClr name="O-Orange 150">
      <a:srgbClr val="B22000"/>
    </a:custClr>
    <a:custClr name="P-Orange 100">
      <a:srgbClr val="E42600"/>
    </a:custClr>
    <a:custClr name="Q-Orange">
      <a:srgbClr val="FF7A00"/>
    </a:custClr>
    <a:custClr name="R-Grey 100">
      <a:srgbClr val="949494"/>
    </a:custClr>
    <a:custClr name="S-Grey 50">
      <a:srgbClr val="E8E8E8"/>
    </a:custClr>
    <a:custClr name="T-Black">
      <a:srgbClr val="000000"/>
    </a:custClr>
    <a:custClr name="U-Text Grey">
      <a:srgbClr val="2E404D"/>
    </a:custClr>
  </a:custClrLst>
  <a:extLst>
    <a:ext uri="{05A4C25C-085E-4340-85A3-A5531E510DB2}">
      <thm15:themeFamily xmlns:thm15="http://schemas.microsoft.com/office/thememl/2012/main" name="NTT DATA Inc PowerPoint Template (23-11-21).potx" id="{D3E1D1C2-B5EE-4B35-8BBF-C4A592713C72}" vid="{9E1FA294-4E9E-43F4-A44B-DB9783BB9637}"/>
    </a:ext>
  </a:extLst>
</a:theme>
</file>

<file path=ppt/theme/theme12.xml><?xml version="1.0" encoding="utf-8"?>
<a:theme xmlns:a="http://schemas.openxmlformats.org/drawingml/2006/main" name="Dark Dividers">
  <a:themeElements>
    <a:clrScheme name="NTT DATA 2024">
      <a:dk1>
        <a:srgbClr val="FFFFFF"/>
      </a:dk1>
      <a:lt1>
        <a:srgbClr val="070F26"/>
      </a:lt1>
      <a:dk2>
        <a:srgbClr val="2E404D"/>
      </a:dk2>
      <a:lt2>
        <a:srgbClr val="0072BC"/>
      </a:lt2>
      <a:accent1>
        <a:srgbClr val="19A3FC"/>
      </a:accent1>
      <a:accent2>
        <a:srgbClr val="00DFED"/>
      </a:accent2>
      <a:accent3>
        <a:srgbClr val="00CB5D"/>
      </a:accent3>
      <a:accent4>
        <a:srgbClr val="FFC400"/>
      </a:accent4>
      <a:accent5>
        <a:srgbClr val="FF7A00"/>
      </a:accent5>
      <a:accent6>
        <a:srgbClr val="949494"/>
      </a:accent6>
      <a:hlink>
        <a:srgbClr val="0072BC"/>
      </a:hlink>
      <a:folHlink>
        <a:srgbClr val="00DFED"/>
      </a:folHlink>
    </a:clrScheme>
    <a:fontScheme name="NTT DATA Fonts 1">
      <a:majorFont>
        <a:latin typeface="Georgi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FFFFFF"/>
        </a:solidFill>
        <a:ln w="9525">
          <a:solidFill>
            <a:schemeClr val="tx1">
              <a:lumMod val="50000"/>
            </a:schemeClr>
          </a:solidFill>
        </a:ln>
      </a:spPr>
      <a:bodyPr rtlCol="0" anchor="ctr"/>
      <a:lstStyle>
        <a:defPPr algn="ctr">
          <a:defRPr dirty="0" err="1" smtClean="0">
            <a:solidFill>
              <a:srgbClr val="2E404D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 cap="rnd">
          <a:solidFill>
            <a:schemeClr val="tx1"/>
          </a:solidFill>
          <a:round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tIns="45720" bIns="45720" rtlCol="0">
        <a:noAutofit/>
      </a:bodyPr>
      <a:lstStyle>
        <a:defPPr algn="l">
          <a:defRPr dirty="0" smtClean="0">
            <a:solidFill>
              <a:srgbClr val="FFFFFF"/>
            </a:solidFill>
          </a:defRPr>
        </a:defPPr>
      </a:lstStyle>
    </a:txDef>
  </a:objectDefaults>
  <a:extraClrSchemeLst/>
  <a:custClrLst>
    <a:custClr name="A-Smart Navy">
      <a:srgbClr val="070F26"/>
    </a:custClr>
    <a:custClr name="B-White">
      <a:srgbClr val="FFFFFF"/>
    </a:custClr>
    <a:custClr name="C-Future Blue 150">
      <a:srgbClr val="005B96"/>
    </a:custClr>
    <a:custClr name="D-Future Blue">
      <a:srgbClr val="0072BC"/>
    </a:custClr>
    <a:custClr name="E-Future Blue 50">
      <a:srgbClr val="19A3FC"/>
    </a:custClr>
    <a:custClr name="F-Turquoise 100">
      <a:srgbClr val="009AA4"/>
    </a:custClr>
    <a:custClr name="G-Turquoise">
      <a:srgbClr val="00DFED"/>
    </a:custClr>
    <a:custClr name="H-Turquoise 50">
      <a:srgbClr val="7BF7FF"/>
    </a:custClr>
    <a:custClr name="I-Green 150">
      <a:srgbClr val="068941"/>
    </a:custClr>
    <a:custClr name="J-Green">
      <a:srgbClr val="00CB5D"/>
    </a:custClr>
    <a:custClr name="K-Green 50">
      <a:srgbClr val="38F990"/>
    </a:custClr>
    <a:custClr name="L-Yellow">
      <a:srgbClr val="FFC400"/>
    </a:custClr>
    <a:custClr name="M-Yellow 50">
      <a:srgbClr val="FFEDB2"/>
    </a:custClr>
    <a:custClr name="N-Yellow 100">
      <a:srgbClr val="FFDB66"/>
    </a:custClr>
    <a:custClr name="O-Orange 150">
      <a:srgbClr val="B22000"/>
    </a:custClr>
    <a:custClr name="P-Orange 100">
      <a:srgbClr val="E42600"/>
    </a:custClr>
    <a:custClr name="Q-Orange">
      <a:srgbClr val="FF7A00"/>
    </a:custClr>
    <a:custClr name="R-Grey 100">
      <a:srgbClr val="949494"/>
    </a:custClr>
    <a:custClr name="S-Grey 50">
      <a:srgbClr val="E8E8E8"/>
    </a:custClr>
    <a:custClr name="T-Black">
      <a:srgbClr val="000000"/>
    </a:custClr>
    <a:custClr name="U-Text Grey">
      <a:srgbClr val="2E404D"/>
    </a:custClr>
  </a:custClrLst>
  <a:extLst>
    <a:ext uri="{05A4C25C-085E-4340-85A3-A5531E510DB2}">
      <thm15:themeFamily xmlns:thm15="http://schemas.microsoft.com/office/thememl/2012/main" name="NTT DATA Inc PowerPoint Template (23-11-21).potx" id="{D3E1D1C2-B5EE-4B35-8BBF-C4A592713C72}" vid="{B858B550-C53B-43C6-9CF2-98108D350E8A}"/>
    </a:ext>
  </a:extLst>
</a:theme>
</file>

<file path=ppt/theme/theme13.xml><?xml version="1.0" encoding="utf-8"?>
<a:theme xmlns:a="http://schemas.openxmlformats.org/drawingml/2006/main" name="Dark Blank Slides">
  <a:themeElements>
    <a:clrScheme name="NTT DATA 2024">
      <a:dk1>
        <a:srgbClr val="FFFFFF"/>
      </a:dk1>
      <a:lt1>
        <a:srgbClr val="070F26"/>
      </a:lt1>
      <a:dk2>
        <a:srgbClr val="2E404D"/>
      </a:dk2>
      <a:lt2>
        <a:srgbClr val="0072BC"/>
      </a:lt2>
      <a:accent1>
        <a:srgbClr val="19A3FC"/>
      </a:accent1>
      <a:accent2>
        <a:srgbClr val="00DFED"/>
      </a:accent2>
      <a:accent3>
        <a:srgbClr val="00CB5D"/>
      </a:accent3>
      <a:accent4>
        <a:srgbClr val="FFC400"/>
      </a:accent4>
      <a:accent5>
        <a:srgbClr val="FF7A00"/>
      </a:accent5>
      <a:accent6>
        <a:srgbClr val="949494"/>
      </a:accent6>
      <a:hlink>
        <a:srgbClr val="0072BC"/>
      </a:hlink>
      <a:folHlink>
        <a:srgbClr val="00DFED"/>
      </a:folHlink>
    </a:clrScheme>
    <a:fontScheme name="NTT DATA Fonts 1">
      <a:majorFont>
        <a:latin typeface="Georgi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FFFFFF"/>
        </a:solidFill>
        <a:ln w="9525">
          <a:solidFill>
            <a:schemeClr val="tx1">
              <a:lumMod val="50000"/>
            </a:schemeClr>
          </a:solidFill>
        </a:ln>
      </a:spPr>
      <a:bodyPr rtlCol="0" anchor="ctr"/>
      <a:lstStyle>
        <a:defPPr algn="ctr">
          <a:defRPr dirty="0" err="1" smtClean="0">
            <a:solidFill>
              <a:schemeClr val="tx2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 cap="rnd">
          <a:solidFill>
            <a:schemeClr val="tx1"/>
          </a:solidFill>
          <a:round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noAutofit/>
      </a:bodyPr>
      <a:lstStyle>
        <a:defPPr algn="l">
          <a:defRPr dirty="0" smtClean="0">
            <a:solidFill>
              <a:srgbClr val="FFFFFF"/>
            </a:solidFill>
          </a:defRPr>
        </a:defPPr>
      </a:lstStyle>
    </a:txDef>
  </a:objectDefaults>
  <a:extraClrSchemeLst/>
  <a:custClrLst>
    <a:custClr name="A-Smart Navy">
      <a:srgbClr val="070F26"/>
    </a:custClr>
    <a:custClr name="B-White">
      <a:srgbClr val="FFFFFF"/>
    </a:custClr>
    <a:custClr name="C-Future Blue 150">
      <a:srgbClr val="005B96"/>
    </a:custClr>
    <a:custClr name="D-Future Blue">
      <a:srgbClr val="0072BC"/>
    </a:custClr>
    <a:custClr name="E-Future Blue 50">
      <a:srgbClr val="19A3FC"/>
    </a:custClr>
    <a:custClr name="F-Turquoise 100">
      <a:srgbClr val="009AA4"/>
    </a:custClr>
    <a:custClr name="G-Turquoise">
      <a:srgbClr val="00DFED"/>
    </a:custClr>
    <a:custClr name="H-Turquoise 50">
      <a:srgbClr val="7BF7FF"/>
    </a:custClr>
    <a:custClr name="I-Green 150">
      <a:srgbClr val="068941"/>
    </a:custClr>
    <a:custClr name="J-Green">
      <a:srgbClr val="00CB5D"/>
    </a:custClr>
    <a:custClr name="K-Green 50">
      <a:srgbClr val="38F990"/>
    </a:custClr>
    <a:custClr name="L-Yellow">
      <a:srgbClr val="FFC400"/>
    </a:custClr>
    <a:custClr name="M-Yellow 50">
      <a:srgbClr val="FFEDB2"/>
    </a:custClr>
    <a:custClr name="N-Yellow 100">
      <a:srgbClr val="FFDB66"/>
    </a:custClr>
    <a:custClr name="O-Orange 150">
      <a:srgbClr val="B22000"/>
    </a:custClr>
    <a:custClr name="P-Orange 100">
      <a:srgbClr val="E42600"/>
    </a:custClr>
    <a:custClr name="Q-Orange">
      <a:srgbClr val="FF7A00"/>
    </a:custClr>
    <a:custClr name="R-Grey 100">
      <a:srgbClr val="949494"/>
    </a:custClr>
    <a:custClr name="S-Grey 50">
      <a:srgbClr val="E8E8E8"/>
    </a:custClr>
    <a:custClr name="T-Black">
      <a:srgbClr val="000000"/>
    </a:custClr>
    <a:custClr name="U-Text Grey">
      <a:srgbClr val="2E404D"/>
    </a:custClr>
  </a:custClrLst>
  <a:extLst>
    <a:ext uri="{05A4C25C-085E-4340-85A3-A5531E510DB2}">
      <thm15:themeFamily xmlns:thm15="http://schemas.microsoft.com/office/thememl/2012/main" name="NTT DATA Inc PowerPoint Template (23-11-21).potx" id="{D3E1D1C2-B5EE-4B35-8BBF-C4A592713C72}" vid="{23D0675E-A3AF-4859-BC8A-0A20CDFACBED}"/>
    </a:ext>
  </a:extLst>
</a:theme>
</file>

<file path=ppt/theme/theme14.xml><?xml version="1.0" encoding="utf-8"?>
<a:theme xmlns:a="http://schemas.openxmlformats.org/drawingml/2006/main" name="1_Back Covers">
  <a:themeElements>
    <a:clrScheme name="NTT DATA Colors 1">
      <a:dk1>
        <a:srgbClr val="FFFFFF"/>
      </a:dk1>
      <a:lt1>
        <a:srgbClr val="070F26"/>
      </a:lt1>
      <a:dk2>
        <a:srgbClr val="2E404D"/>
      </a:dk2>
      <a:lt2>
        <a:srgbClr val="0072BC"/>
      </a:lt2>
      <a:accent1>
        <a:srgbClr val="0072BC"/>
      </a:accent1>
      <a:accent2>
        <a:srgbClr val="00DFED"/>
      </a:accent2>
      <a:accent3>
        <a:srgbClr val="00CB5D"/>
      </a:accent3>
      <a:accent4>
        <a:srgbClr val="FFC400"/>
      </a:accent4>
      <a:accent5>
        <a:srgbClr val="FF7A00"/>
      </a:accent5>
      <a:accent6>
        <a:srgbClr val="949494"/>
      </a:accent6>
      <a:hlink>
        <a:srgbClr val="0000FF"/>
      </a:hlink>
      <a:folHlink>
        <a:srgbClr val="0000FF"/>
      </a:folHlink>
    </a:clrScheme>
    <a:fontScheme name="NTT DATA Fonts 1">
      <a:majorFont>
        <a:latin typeface="Georgi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1"/>
        </a:solidFill>
        <a:ln w="9525" cap="rnd">
          <a:solidFill>
            <a:schemeClr val="tx1">
              <a:lumMod val="50000"/>
            </a:schemeClr>
          </a:solidFill>
          <a:round/>
        </a:ln>
      </a:spPr>
      <a:bodyPr rtlCol="0" anchor="ctr"/>
      <a:lstStyle>
        <a:defPPr algn="ctr">
          <a:defRPr sz="1800" dirty="0" err="1" smtClean="0">
            <a:solidFill>
              <a:srgbClr val="2E404D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 cap="rnd">
          <a:solidFill>
            <a:schemeClr val="tx1">
              <a:lumMod val="50000"/>
            </a:schemeClr>
          </a:solidFill>
          <a:round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noAutofit/>
      </a:bodyPr>
      <a:lstStyle>
        <a:defPPr algn="l">
          <a:defRPr dirty="0" err="1" smtClean="0">
            <a:solidFill>
              <a:srgbClr val="2E404D"/>
            </a:solidFill>
          </a:defRPr>
        </a:defPPr>
      </a:lstStyle>
    </a:txDef>
  </a:objectDefaults>
  <a:extraClrSchemeLst/>
  <a:custClrLst>
    <a:custClr name="A-Smart Navy">
      <a:srgbClr val="070F26"/>
    </a:custClr>
    <a:custClr name="B-White">
      <a:srgbClr val="FFFFFF"/>
    </a:custClr>
    <a:custClr name="C-Future Blue 150">
      <a:srgbClr val="005B96"/>
    </a:custClr>
    <a:custClr name="D-Future Blue">
      <a:srgbClr val="0072BC"/>
    </a:custClr>
    <a:custClr name="E-Future Blue 50">
      <a:srgbClr val="19A3FC"/>
    </a:custClr>
    <a:custClr name="F-Turquoise 100">
      <a:srgbClr val="009AA4"/>
    </a:custClr>
    <a:custClr name="G-Turquoise">
      <a:srgbClr val="00DFED"/>
    </a:custClr>
    <a:custClr name="H-Turquoise 50">
      <a:srgbClr val="7BF7FF"/>
    </a:custClr>
    <a:custClr name="I-Green 150">
      <a:srgbClr val="068941"/>
    </a:custClr>
    <a:custClr name="J-Green">
      <a:srgbClr val="00CB5D"/>
    </a:custClr>
    <a:custClr name="K-Green 50">
      <a:srgbClr val="38F990"/>
    </a:custClr>
    <a:custClr name="L-Yellow">
      <a:srgbClr val="FFC400"/>
    </a:custClr>
    <a:custClr name="M-Yellow 50">
      <a:srgbClr val="FFEDB2"/>
    </a:custClr>
    <a:custClr name="N-Yellow 100">
      <a:srgbClr val="FFDB66"/>
    </a:custClr>
    <a:custClr name="O-Orange 150">
      <a:srgbClr val="B22000"/>
    </a:custClr>
    <a:custClr name="P-Orange 100">
      <a:srgbClr val="E42600"/>
    </a:custClr>
    <a:custClr name="Q-Orange">
      <a:srgbClr val="FF7A00"/>
    </a:custClr>
    <a:custClr name="R-Grey 100">
      <a:srgbClr val="949494"/>
    </a:custClr>
    <a:custClr name="S-Grey 50">
      <a:srgbClr val="E8E8E8"/>
    </a:custClr>
    <a:custClr name="T-Black">
      <a:srgbClr val="000000"/>
    </a:custClr>
    <a:custClr name="U-Text Grey">
      <a:srgbClr val="2E404D"/>
    </a:custClr>
  </a:custClrLst>
  <a:extLst>
    <a:ext uri="{05A4C25C-085E-4340-85A3-A5531E510DB2}">
      <thm15:themeFamily xmlns:thm15="http://schemas.microsoft.com/office/thememl/2012/main" name="NTT DATA Inc PowerPoint Template (23-11-21).potx" id="{D3E1D1C2-B5EE-4B35-8BBF-C4A592713C72}" vid="{3E3B5D7B-B0BA-4CC1-800A-5FC029F11A79}"/>
    </a:ext>
  </a:extLst>
</a:theme>
</file>

<file path=ppt/theme/theme1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A-Smart Navy">
      <a:srgbClr val="070F26"/>
    </a:custClr>
    <a:custClr name="B-White">
      <a:srgbClr val="FFFFFF"/>
    </a:custClr>
    <a:custClr name="C-Future Blue 150">
      <a:srgbClr val="005B96"/>
    </a:custClr>
    <a:custClr name="D-Future Blue">
      <a:srgbClr val="0072BC"/>
    </a:custClr>
    <a:custClr name="E-Future Blue 50">
      <a:srgbClr val="19A3FC"/>
    </a:custClr>
    <a:custClr name="F-Turquoise 100">
      <a:srgbClr val="009AA4"/>
    </a:custClr>
    <a:custClr name="G-Turquoise">
      <a:srgbClr val="00DFED"/>
    </a:custClr>
    <a:custClr name="H-Turquoise 50">
      <a:srgbClr val="7BF7FF"/>
    </a:custClr>
    <a:custClr name="I-Green 150">
      <a:srgbClr val="068941"/>
    </a:custClr>
    <a:custClr name="J-Green">
      <a:srgbClr val="00CB5D"/>
    </a:custClr>
    <a:custClr name="K-Green 50">
      <a:srgbClr val="38F990"/>
    </a:custClr>
    <a:custClr name="L-Yellow">
      <a:srgbClr val="FFC400"/>
    </a:custClr>
    <a:custClr name="M-Yellow 50">
      <a:srgbClr val="FFEDB2"/>
    </a:custClr>
    <a:custClr name="N-Yellow 100">
      <a:srgbClr val="FFDB66"/>
    </a:custClr>
    <a:custClr name="O-Orange 150">
      <a:srgbClr val="B22000"/>
    </a:custClr>
    <a:custClr name="P-Orange 100">
      <a:srgbClr val="E42600"/>
    </a:custClr>
    <a:custClr name="Q-Orange">
      <a:srgbClr val="FF7A00"/>
    </a:custClr>
    <a:custClr name="R-Grey 100">
      <a:srgbClr val="949494"/>
    </a:custClr>
    <a:custClr name="S-Grey 50">
      <a:srgbClr val="E8E8E8"/>
    </a:custClr>
    <a:custClr name="T-Black">
      <a:srgbClr val="000000"/>
    </a:custClr>
    <a:custClr name="U-Text Grey">
      <a:srgbClr val="2E404D"/>
    </a:custClr>
  </a:custClr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A-Smart Navy">
      <a:srgbClr val="070F26"/>
    </a:custClr>
    <a:custClr name="B-White">
      <a:srgbClr val="FFFFFF"/>
    </a:custClr>
    <a:custClr name="C-Future Blue 150">
      <a:srgbClr val="005B96"/>
    </a:custClr>
    <a:custClr name="D-Future Blue">
      <a:srgbClr val="0072BC"/>
    </a:custClr>
    <a:custClr name="E-Future Blue 50">
      <a:srgbClr val="19A3FC"/>
    </a:custClr>
    <a:custClr name="F-Turquoise 100">
      <a:srgbClr val="009AA4"/>
    </a:custClr>
    <a:custClr name="G-Turquoise">
      <a:srgbClr val="00DFED"/>
    </a:custClr>
    <a:custClr name="H-Turquoise 50">
      <a:srgbClr val="7BF7FF"/>
    </a:custClr>
    <a:custClr name="I-Green 150">
      <a:srgbClr val="068941"/>
    </a:custClr>
    <a:custClr name="J-Green">
      <a:srgbClr val="00CB5D"/>
    </a:custClr>
    <a:custClr name="K-Green 50">
      <a:srgbClr val="38F990"/>
    </a:custClr>
    <a:custClr name="L-Yellow">
      <a:srgbClr val="FFC400"/>
    </a:custClr>
    <a:custClr name="M-Yellow 50">
      <a:srgbClr val="FFEDB2"/>
    </a:custClr>
    <a:custClr name="N-Yellow 100">
      <a:srgbClr val="FFDB66"/>
    </a:custClr>
    <a:custClr name="O-Orange 150">
      <a:srgbClr val="B22000"/>
    </a:custClr>
    <a:custClr name="P-Orange 100">
      <a:srgbClr val="E42600"/>
    </a:custClr>
    <a:custClr name="Q-Orange">
      <a:srgbClr val="FF7A00"/>
    </a:custClr>
    <a:custClr name="R-Grey 100">
      <a:srgbClr val="949494"/>
    </a:custClr>
    <a:custClr name="S-Grey 50">
      <a:srgbClr val="E8E8E8"/>
    </a:custClr>
    <a:custClr name="T-Black">
      <a:srgbClr val="000000"/>
    </a:custClr>
    <a:custClr name="U-Text Grey">
      <a:srgbClr val="2E404D"/>
    </a:custClr>
  </a:custClr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cc7ceab6-5c23-4844-932b-0da2a42e3aed" xsi:nil="true"/>
    <lcf76f155ced4ddcb4097134ff3c332f xmlns="ecdd1864-5e83-4900-835d-65d8614f6f38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41157F93ABDE44E95D78CB515E8C98C" ma:contentTypeVersion="12" ma:contentTypeDescription="Create a new document." ma:contentTypeScope="" ma:versionID="72ba544d4cfc108a5f8d153d18e77fdd">
  <xsd:schema xmlns:xsd="http://www.w3.org/2001/XMLSchema" xmlns:xs="http://www.w3.org/2001/XMLSchema" xmlns:p="http://schemas.microsoft.com/office/2006/metadata/properties" xmlns:ns2="ecdd1864-5e83-4900-835d-65d8614f6f38" xmlns:ns3="cc7ceab6-5c23-4844-932b-0da2a42e3aed" targetNamespace="http://schemas.microsoft.com/office/2006/metadata/properties" ma:root="true" ma:fieldsID="1f7781d98820f3fc9a17e6ee47e07d2b" ns2:_="" ns3:_="">
    <xsd:import namespace="ecdd1864-5e83-4900-835d-65d8614f6f38"/>
    <xsd:import namespace="cc7ceab6-5c23-4844-932b-0da2a42e3ae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cdd1864-5e83-4900-835d-65d8614f6f3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Image Tags" ma:readOnly="false" ma:fieldId="{5cf76f15-5ced-4ddc-b409-7134ff3c332f}" ma:taxonomyMulti="true" ma:sspId="d85e823d-31db-440c-980d-283f89df7c2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c7ceab6-5c23-4844-932b-0da2a42e3aed" elementFormDefault="qualified">
    <xsd:import namespace="http://schemas.microsoft.com/office/2006/documentManagement/types"/>
    <xsd:import namespace="http://schemas.microsoft.com/office/infopath/2007/PartnerControls"/>
    <xsd:element name="TaxCatchAll" ma:index="15" nillable="true" ma:displayName="Taxonomy Catch All Column" ma:hidden="true" ma:list="{be267b95-93cf-4336-8fad-40cf044977c0}" ma:internalName="TaxCatchAll" ma:showField="CatchAllData" ma:web="cc7ceab6-5c23-4844-932b-0da2a42e3ae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BFB9571-6BF2-4B81-A40F-B9B27600A9C6}">
  <ds:schemaRefs>
    <ds:schemaRef ds:uri="http://schemas.microsoft.com/office/2006/documentManagement/types"/>
    <ds:schemaRef ds:uri="http://purl.org/dc/elements/1.1/"/>
    <ds:schemaRef ds:uri="e8cafdd4-4528-4476-ab16-00a5750ab81c"/>
    <ds:schemaRef ds:uri="http://purl.org/dc/terms/"/>
    <ds:schemaRef ds:uri="http://www.w3.org/XML/1998/namespace"/>
    <ds:schemaRef ds:uri="http://purl.org/dc/dcmitype/"/>
    <ds:schemaRef ds:uri="http://schemas.microsoft.com/office/infopath/2007/PartnerControls"/>
    <ds:schemaRef ds:uri="http://schemas.openxmlformats.org/package/2006/metadata/core-properties"/>
    <ds:schemaRef ds:uri="f9e5c6ed-a414-487d-8643-813a0aafc40d"/>
    <ds:schemaRef ds:uri="http://schemas.microsoft.com/office/2006/metadata/properties"/>
    <ds:schemaRef ds:uri="cc7ceab6-5c23-4844-932b-0da2a42e3aed"/>
    <ds:schemaRef ds:uri="ecdd1864-5e83-4900-835d-65d8614f6f38"/>
  </ds:schemaRefs>
</ds:datastoreItem>
</file>

<file path=customXml/itemProps2.xml><?xml version="1.0" encoding="utf-8"?>
<ds:datastoreItem xmlns:ds="http://schemas.openxmlformats.org/officeDocument/2006/customXml" ds:itemID="{EF8F01A0-2D63-4E71-8323-015290BB323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580E6BC-C6BD-4152-988D-1FC683E6C96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cdd1864-5e83-4900-835d-65d8614f6f38"/>
    <ds:schemaRef ds:uri="cc7ceab6-5c23-4844-932b-0da2a42e3ae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3048dc87-43f0-4100-9acb-ae1971c79395}" enabled="0" method="" siteId="{3048dc87-43f0-4100-9acb-ae1971c79395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NTT DATA Inc PowerPoint Template</Template>
  <TotalTime>0</TotalTime>
  <Words>4309</Words>
  <Application>Microsoft Office PowerPoint</Application>
  <PresentationFormat>Widescreen</PresentationFormat>
  <Paragraphs>1074</Paragraphs>
  <Slides>51</Slides>
  <Notes>39</Notes>
  <HiddenSlides>0</HiddenSlides>
  <MMClips>0</MMClips>
  <ScaleCrop>false</ScaleCrop>
  <HeadingPairs>
    <vt:vector size="8" baseType="variant">
      <vt:variant>
        <vt:lpstr>Fonts Used</vt:lpstr>
      </vt:variant>
      <vt:variant>
        <vt:i4>12</vt:i4>
      </vt:variant>
      <vt:variant>
        <vt:lpstr>Theme</vt:lpstr>
      </vt:variant>
      <vt:variant>
        <vt:i4>15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51</vt:i4>
      </vt:variant>
    </vt:vector>
  </HeadingPairs>
  <TitlesOfParts>
    <vt:vector size="79" baseType="lpstr">
      <vt:lpstr>Aptos</vt:lpstr>
      <vt:lpstr>Arial</vt:lpstr>
      <vt:lpstr>Calibri</vt:lpstr>
      <vt:lpstr>Futura</vt:lpstr>
      <vt:lpstr>Georgia</vt:lpstr>
      <vt:lpstr>Lato Light</vt:lpstr>
      <vt:lpstr>Montserrat</vt:lpstr>
      <vt:lpstr>Roboto</vt:lpstr>
      <vt:lpstr>Segoe UI</vt:lpstr>
      <vt:lpstr>Trebuchet MS</vt:lpstr>
      <vt:lpstr>Verdana</vt:lpstr>
      <vt:lpstr>Wingdings</vt:lpstr>
      <vt:lpstr>Covers - Full Image Background</vt:lpstr>
      <vt:lpstr>Light Covers - Partial Images</vt:lpstr>
      <vt:lpstr>Light Covers - No Image</vt:lpstr>
      <vt:lpstr>Light Body Slides</vt:lpstr>
      <vt:lpstr>Light Body Slides - Small Title, Large Subtitle</vt:lpstr>
      <vt:lpstr>Light Dividers</vt:lpstr>
      <vt:lpstr>Light Blank Slides</vt:lpstr>
      <vt:lpstr>Dark Covers - Partial Images</vt:lpstr>
      <vt:lpstr>Dark Covers - No Image</vt:lpstr>
      <vt:lpstr>Dark Body Slides</vt:lpstr>
      <vt:lpstr>Dark Body Slides - Small Title, Large Subtitle</vt:lpstr>
      <vt:lpstr>Dark Dividers</vt:lpstr>
      <vt:lpstr>Dark Blank Slides</vt:lpstr>
      <vt:lpstr>1_Back Covers</vt:lpstr>
      <vt:lpstr>Office Theme</vt:lpstr>
      <vt:lpstr>think-cell Slide</vt:lpstr>
      <vt:lpstr>PowerPoint Presentation</vt:lpstr>
      <vt:lpstr>Delivery Centre Enablement –Go/No Go </vt:lpstr>
      <vt:lpstr>Agenda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Three text boxes with influencing factors</vt:lpstr>
      <vt:lpstr>Timeline</vt:lpstr>
      <vt:lpstr>Schedule </vt:lpstr>
      <vt:lpstr>Pillar text box</vt:lpstr>
      <vt:lpstr>Sunburst diagram illustrative</vt:lpstr>
      <vt:lpstr>Comparison of percentages</vt:lpstr>
      <vt:lpstr>World map with text</vt:lpstr>
      <vt:lpstr>World map dashboard</vt:lpstr>
      <vt:lpstr>3D pyramid with three layers</vt:lpstr>
      <vt:lpstr>Global GW delivery model</vt:lpstr>
      <vt:lpstr>Pyramid with four layers</vt:lpstr>
      <vt:lpstr>Pyramid with six layers</vt:lpstr>
      <vt:lpstr>Ziggurat diagram</vt:lpstr>
      <vt:lpstr>Four topics with results</vt:lpstr>
      <vt:lpstr>Comparison of ring diagrams</vt:lpstr>
      <vt:lpstr>Two barometers with text </vt:lpstr>
      <vt:lpstr>Goals I</vt:lpstr>
      <vt:lpstr>Goals II</vt:lpstr>
      <vt:lpstr>Six objectives</vt:lpstr>
      <vt:lpstr>Simple organigram</vt:lpstr>
      <vt:lpstr>Organizational diagram</vt:lpstr>
      <vt:lpstr>Decision tree</vt:lpstr>
      <vt:lpstr>Hierarchy tree</vt:lpstr>
      <vt:lpstr>Puzzle pieces</vt:lpstr>
      <vt:lpstr>Symbols</vt:lpstr>
      <vt:lpstr>Icons</vt:lpstr>
      <vt:lpstr>PowerPoint Presentation</vt:lpstr>
      <vt:lpstr>PowerPoint Presentation</vt:lpstr>
      <vt:lpstr>PowerPoint Presentation</vt:lpstr>
      <vt:lpstr>Welcome, Morocco Team! </vt:lpstr>
      <vt:lpstr>Programme at a Glance </vt:lpstr>
      <vt:lpstr>Your Certification Journey </vt:lpstr>
      <vt:lpstr>Soft Skills Foundation </vt:lpstr>
      <vt:lpstr>Specialist Training </vt:lpstr>
      <vt:lpstr>13-Week Training Calendar </vt:lpstr>
      <vt:lpstr>Technical Foundation</vt:lpstr>
      <vt:lpstr>Alchemy Bootcamp </vt:lpstr>
      <vt:lpstr>PowerPoint Presentation</vt:lpstr>
      <vt:lpstr>PowerPoint Presentation</vt:lpstr>
      <vt:lpstr>PowerPoint Presentation</vt:lpstr>
      <vt:lpstr>PowerPoint Presentation</vt:lpstr>
      <vt:lpstr>Getting Started </vt:lpstr>
      <vt:lpstr>PowerPoint Presentation</vt:lpstr>
    </vt:vector>
  </TitlesOfParts>
  <Company>NTT DATA Services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Rasmussen, Robb</dc:creator>
  <cp:keywords>NTT DATA Group Corporation PowerPoint Template</cp:keywords>
  <cp:lastModifiedBy>Anuj Kapoor</cp:lastModifiedBy>
  <cp:revision>10</cp:revision>
  <dcterms:created xsi:type="dcterms:W3CDTF">2023-12-18T20:02:17Z</dcterms:created>
  <dcterms:modified xsi:type="dcterms:W3CDTF">2026-02-25T13:53:15Z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0x010100D41157F93ABDE44E95D78CB515E8C98C</vt:lpwstr>
  </property>
  <property fmtid="{D5CDD505-2E9C-101B-9397-08002B2CF9AE}" pid="3" name="T2KCategory">
    <vt:lpwstr>3;#Brand|832b67cf-1f4d-4e03-97fa-b9a01cdb780b</vt:lpwstr>
  </property>
  <property fmtid="{D5CDD505-2E9C-101B-9397-08002B2CF9AE}" pid="4" name="TogoLocations">
    <vt:lpwstr/>
  </property>
  <property fmtid="{D5CDD505-2E9C-101B-9397-08002B2CF9AE}" pid="5" name="MediaServiceImageTags">
    <vt:lpwstr/>
  </property>
  <property fmtid="{D5CDD505-2E9C-101B-9397-08002B2CF9AE}" pid="6" name="abe66603087445669b8b2920ee71eaef">
    <vt:lpwstr/>
  </property>
  <property fmtid="{D5CDD505-2E9C-101B-9397-08002B2CF9AE}" pid="7" name="TogoDepartments">
    <vt:lpwstr>2249;#Brand ＆ Communications|a419babd-b952-471b-b31a-83a0f657a925</vt:lpwstr>
  </property>
  <property fmtid="{D5CDD505-2E9C-101B-9397-08002B2CF9AE}" pid="8" name="TogoDocumentsCategory">
    <vt:lpwstr/>
  </property>
  <property fmtid="{D5CDD505-2E9C-101B-9397-08002B2CF9AE}" pid="9" name="TogoTags">
    <vt:lpwstr>2248;#Brand|832b67cf-1f4d-4e03-97fa-b9a01cdb780b</vt:lpwstr>
  </property>
  <property fmtid="{D5CDD505-2E9C-101B-9397-08002B2CF9AE}" pid="10" name="a01feae194714aa882aedc460c3c0dc2">
    <vt:lpwstr/>
  </property>
</Properties>
</file>